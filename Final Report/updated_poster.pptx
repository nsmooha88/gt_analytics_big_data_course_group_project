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256" r:id="rId5"/>
  </p:sldIdLst>
  <p:sldSz cx="36576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mooha, Nathan A" initials="SA" lastIdx="14" clrIdx="0">
    <p:extLst>
      <p:ext uri="{19B8F6BF-5375-455C-9EA6-DF929625EA0E}">
        <p15:presenceInfo xmlns:p15="http://schemas.microsoft.com/office/powerpoint/2012/main" userId="S::nsmooha3@gatech.edu::ce9ae336-4f27-43d2-b462-2abc6746747a" providerId="AD"/>
      </p:ext>
    </p:extLst>
  </p:cmAuthor>
  <p:cmAuthor id="2" name="Meyer, Riesling M" initials="MRM" lastIdx="5" clrIdx="1">
    <p:extLst>
      <p:ext uri="{19B8F6BF-5375-455C-9EA6-DF929625EA0E}">
        <p15:presenceInfo xmlns:p15="http://schemas.microsoft.com/office/powerpoint/2012/main" userId="Meyer, Riesling M"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F0F5"/>
    <a:srgbClr val="00B4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613DCD-1D47-4396-A040-4A6C8F6CF419}" v="139" dt="2020-11-17T05:05:18.441"/>
    <p1510:client id="{D7307E07-1AE6-46A5-87CC-8FF54CF73F4C}" v="87" dt="2020-11-17T05:07:48.217"/>
    <p1510:client id="{6B971075-6909-410E-AF07-F254432923C7}" v="496" dt="2020-11-17T00:01:05.659"/>
    <p1510:client id="{19EAD4B6-8147-4DC0-8ADF-8CD3E9471794}" v="88" dt="2020-11-17T06:17:17.766"/>
    <p1510:client id="{1D4E094D-6695-46F8-B7DD-5BB9B46682F2}" v="18" dt="2020-11-17T13:51:53.379"/>
    <p1510:client id="{B36C94BB-4D19-4103-9DB5-6277D8205314}" v="220" dt="2020-11-17T11:19:59.039"/>
    <p1510:client id="{25F4C6AA-F98B-414C-B917-5805BEA35E42}" v="25" dt="2020-11-17T13:26:46.618"/>
    <p1510:client id="{6EAFF7A5-74FA-43C7-9B42-370AE9B20BC1}" v="68" dt="2020-11-17T11:37:44.130"/>
    <p1510:client id="{3274D344-F9BA-4F0B-9F0C-DD0D8AC731F4}" v="223" dt="2020-11-17T14:04:38.744"/>
    <p1510:client id="{7F0E9857-D3BE-4AB2-B301-D61C4A239B51}" v="8" dt="2020-11-16T23:07:50.200"/>
    <p1510:client id="{B6E68834-2362-475F-8212-D67075468D01}" v="245" dt="2020-11-17T05:54:18.034"/>
    <p1510:client id="{4017349A-7549-4284-A2E6-4E328E90356D}" v="453" dt="2020-11-17T01:50:54.661"/>
    <p1510:client id="{46678D61-561A-4490-9834-73B71519E7A0}" v="693" dt="2020-11-17T04:31:28.036"/>
    <p1510:client id="{5340C608-0511-4758-9896-A2AA4FED365A}" v="1" dt="2020-11-16T23:11:39.564"/>
    <p1510:client id="{9B71C697-2D9B-4BF5-9CF7-21D411ACFEA9}" v="273" dt="2020-11-17T04:51:27.831"/>
    <p1510:client id="{B73F3DF4-09AC-484E-8CB7-3E96E76D5F64}" v="18" dt="2020-11-17T05:01:34.558"/>
    <p1510:client id="{BD3176D1-139C-4629-B121-9FEB80EC4006}" v="378" dt="2020-11-17T05:11:02.200"/>
    <p1510:client id="{D2AB7B66-AA2C-48F8-A881-8954941871F1}" v="8" dt="2020-11-16T23:50:45.115"/>
    <p1510:client id="{D895B301-01EB-410B-9A79-78674295FE4C}" v="2" dt="2020-11-16T22:59:57.066"/>
    <p1510:client id="{44C43968-D6A3-4927-ABDD-38A11221D113}" v="1483" dt="2020-11-17T03:49:55.012"/>
    <p1510:client id="{B13DFAC6-D3A2-464C-B1A1-AC5A185AF164}" v="299" dt="2020-11-17T05:37:58.825"/>
    <p1510:client id="{DBA5BE46-4616-45DB-9BD6-1BFBC8D6C421}" v="381" dt="2020-11-17T13:58:16.9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01" autoAdjust="0"/>
    <p:restoredTop sz="96727" autoAdjust="0"/>
  </p:normalViewPr>
  <p:slideViewPr>
    <p:cSldViewPr snapToGrid="0">
      <p:cViewPr varScale="1">
        <p:scale>
          <a:sx n="31" d="100"/>
          <a:sy n="31" d="100"/>
        </p:scale>
        <p:origin x="1336"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ooha, Nathan A" userId="S::nsmooha3@gatech.edu::ce9ae336-4f27-43d2-b462-2abc6746747a" providerId="AD" clId="Web-{D895B301-01EB-410B-9A79-78674295FE4C}"/>
    <pc:docChg chg="">
      <pc:chgData name="Smooha, Nathan A" userId="S::nsmooha3@gatech.edu::ce9ae336-4f27-43d2-b462-2abc6746747a" providerId="AD" clId="Web-{D895B301-01EB-410B-9A79-78674295FE4C}" dt="2020-11-16T22:59:57.066" v="1"/>
      <pc:docMkLst>
        <pc:docMk/>
      </pc:docMkLst>
      <pc:sldChg chg="addCm">
        <pc:chgData name="Smooha, Nathan A" userId="S::nsmooha3@gatech.edu::ce9ae336-4f27-43d2-b462-2abc6746747a" providerId="AD" clId="Web-{D895B301-01EB-410B-9A79-78674295FE4C}" dt="2020-11-16T22:59:57.066" v="1"/>
        <pc:sldMkLst>
          <pc:docMk/>
          <pc:sldMk cId="109857222" sldId="256"/>
        </pc:sldMkLst>
      </pc:sldChg>
    </pc:docChg>
  </pc:docChgLst>
  <pc:docChgLst>
    <pc:chgData name="Meyer, Riesling M" userId="93fbefa7-80e7-4750-9506-1c476a581f9b" providerId="ADAL" clId="{4017349A-7549-4284-A2E6-4E328E90356D}"/>
    <pc:docChg chg="undo redo custSel addSld delSld modSld sldOrd modMainMaster modNotesMaster">
      <pc:chgData name="Meyer, Riesling M" userId="93fbefa7-80e7-4750-9506-1c476a581f9b" providerId="ADAL" clId="{4017349A-7549-4284-A2E6-4E328E90356D}" dt="2020-11-17T01:50:58.074" v="11378" actId="20577"/>
      <pc:docMkLst>
        <pc:docMk/>
      </pc:docMkLst>
      <pc:sldChg chg="addSp delSp modSp mod ord addCm delCm modCm modNotes modNotesTx">
        <pc:chgData name="Meyer, Riesling M" userId="93fbefa7-80e7-4750-9506-1c476a581f9b" providerId="ADAL" clId="{4017349A-7549-4284-A2E6-4E328E90356D}" dt="2020-11-17T01:50:58.074" v="11378" actId="20577"/>
        <pc:sldMkLst>
          <pc:docMk/>
          <pc:sldMk cId="109857222" sldId="256"/>
        </pc:sldMkLst>
        <pc:spChg chg="del">
          <ac:chgData name="Meyer, Riesling M" userId="93fbefa7-80e7-4750-9506-1c476a581f9b" providerId="ADAL" clId="{4017349A-7549-4284-A2E6-4E328E90356D}" dt="2020-11-07T18:56:44.257" v="0" actId="478"/>
          <ac:spMkLst>
            <pc:docMk/>
            <pc:sldMk cId="109857222" sldId="256"/>
            <ac:spMk id="2" creationId="{00000000-0000-0000-0000-000000000000}"/>
          </ac:spMkLst>
        </pc:spChg>
        <pc:spChg chg="add mod topLvl">
          <ac:chgData name="Meyer, Riesling M" userId="93fbefa7-80e7-4750-9506-1c476a581f9b" providerId="ADAL" clId="{4017349A-7549-4284-A2E6-4E328E90356D}" dt="2020-11-16T22:47:35.952" v="9461" actId="164"/>
          <ac:spMkLst>
            <pc:docMk/>
            <pc:sldMk cId="109857222" sldId="256"/>
            <ac:spMk id="2" creationId="{49766F6B-2E20-41C9-98E9-D7BAEAC046D4}"/>
          </ac:spMkLst>
        </pc:spChg>
        <pc:spChg chg="del">
          <ac:chgData name="Meyer, Riesling M" userId="93fbefa7-80e7-4750-9506-1c476a581f9b" providerId="ADAL" clId="{4017349A-7549-4284-A2E6-4E328E90356D}" dt="2020-11-07T18:56:45.929" v="1" actId="478"/>
          <ac:spMkLst>
            <pc:docMk/>
            <pc:sldMk cId="109857222" sldId="256"/>
            <ac:spMk id="3" creationId="{00000000-0000-0000-0000-000000000000}"/>
          </ac:spMkLst>
        </pc:spChg>
        <pc:spChg chg="add mod">
          <ac:chgData name="Meyer, Riesling M" userId="93fbefa7-80e7-4750-9506-1c476a581f9b" providerId="ADAL" clId="{4017349A-7549-4284-A2E6-4E328E90356D}" dt="2020-11-17T00:41:38.978" v="9954" actId="123"/>
          <ac:spMkLst>
            <pc:docMk/>
            <pc:sldMk cId="109857222" sldId="256"/>
            <ac:spMk id="4" creationId="{3EEA5189-F317-4648-9B82-E077C43572D3}"/>
          </ac:spMkLst>
        </pc:spChg>
        <pc:spChg chg="add mod">
          <ac:chgData name="Meyer, Riesling M" userId="93fbefa7-80e7-4750-9506-1c476a581f9b" providerId="ADAL" clId="{4017349A-7549-4284-A2E6-4E328E90356D}" dt="2020-11-17T00:41:38.978" v="9954" actId="123"/>
          <ac:spMkLst>
            <pc:docMk/>
            <pc:sldMk cId="109857222" sldId="256"/>
            <ac:spMk id="5" creationId="{5764D483-4484-4DFA-A86D-FF83149F4770}"/>
          </ac:spMkLst>
        </pc:spChg>
        <pc:spChg chg="add mod">
          <ac:chgData name="Meyer, Riesling M" userId="93fbefa7-80e7-4750-9506-1c476a581f9b" providerId="ADAL" clId="{4017349A-7549-4284-A2E6-4E328E90356D}" dt="2020-11-17T01:41:14.913" v="11281" actId="20577"/>
          <ac:spMkLst>
            <pc:docMk/>
            <pc:sldMk cId="109857222" sldId="256"/>
            <ac:spMk id="6" creationId="{4FF52F19-3490-4490-8D35-97594ED059D2}"/>
          </ac:spMkLst>
        </pc:spChg>
        <pc:spChg chg="add mod">
          <ac:chgData name="Meyer, Riesling M" userId="93fbefa7-80e7-4750-9506-1c476a581f9b" providerId="ADAL" clId="{4017349A-7549-4284-A2E6-4E328E90356D}" dt="2020-11-17T00:41:38.978" v="9954" actId="123"/>
          <ac:spMkLst>
            <pc:docMk/>
            <pc:sldMk cId="109857222" sldId="256"/>
            <ac:spMk id="8" creationId="{033CDF06-2CC7-4F88-AA9E-B26C8CB60326}"/>
          </ac:spMkLst>
        </pc:spChg>
        <pc:spChg chg="add mod">
          <ac:chgData name="Meyer, Riesling M" userId="93fbefa7-80e7-4750-9506-1c476a581f9b" providerId="ADAL" clId="{4017349A-7549-4284-A2E6-4E328E90356D}" dt="2020-11-17T00:41:38.978" v="9954" actId="123"/>
          <ac:spMkLst>
            <pc:docMk/>
            <pc:sldMk cId="109857222" sldId="256"/>
            <ac:spMk id="11" creationId="{56C95DBF-9F8B-45DC-A021-AD08BE4A627D}"/>
          </ac:spMkLst>
        </pc:spChg>
        <pc:spChg chg="add mod">
          <ac:chgData name="Meyer, Riesling M" userId="93fbefa7-80e7-4750-9506-1c476a581f9b" providerId="ADAL" clId="{4017349A-7549-4284-A2E6-4E328E90356D}" dt="2020-11-17T01:50:13.908" v="11368" actId="27107"/>
          <ac:spMkLst>
            <pc:docMk/>
            <pc:sldMk cId="109857222" sldId="256"/>
            <ac:spMk id="12" creationId="{EE43B342-DE2A-4785-AFAB-6DE599AC5AFF}"/>
          </ac:spMkLst>
        </pc:spChg>
        <pc:spChg chg="add del mod">
          <ac:chgData name="Meyer, Riesling M" userId="93fbefa7-80e7-4750-9506-1c476a581f9b" providerId="ADAL" clId="{4017349A-7549-4284-A2E6-4E328E90356D}" dt="2020-11-15T20:58:36.472" v="8075"/>
          <ac:spMkLst>
            <pc:docMk/>
            <pc:sldMk cId="109857222" sldId="256"/>
            <ac:spMk id="13" creationId="{FBE771BE-B12A-4641-83A2-081CB148B3CC}"/>
          </ac:spMkLst>
        </pc:spChg>
        <pc:spChg chg="add mod">
          <ac:chgData name="Meyer, Riesling M" userId="93fbefa7-80e7-4750-9506-1c476a581f9b" providerId="ADAL" clId="{4017349A-7549-4284-A2E6-4E328E90356D}" dt="2020-11-17T00:41:38.978" v="9954" actId="123"/>
          <ac:spMkLst>
            <pc:docMk/>
            <pc:sldMk cId="109857222" sldId="256"/>
            <ac:spMk id="14" creationId="{A24EF8AF-B6A2-4956-914E-5EDB7423D2CF}"/>
          </ac:spMkLst>
        </pc:spChg>
        <pc:spChg chg="add mod">
          <ac:chgData name="Meyer, Riesling M" userId="93fbefa7-80e7-4750-9506-1c476a581f9b" providerId="ADAL" clId="{4017349A-7549-4284-A2E6-4E328E90356D}" dt="2020-11-17T00:41:38.978" v="9954" actId="123"/>
          <ac:spMkLst>
            <pc:docMk/>
            <pc:sldMk cId="109857222" sldId="256"/>
            <ac:spMk id="15" creationId="{88B5DC4E-C90D-44BE-AAB9-330016E3DE80}"/>
          </ac:spMkLst>
        </pc:spChg>
        <pc:spChg chg="add mod">
          <ac:chgData name="Meyer, Riesling M" userId="93fbefa7-80e7-4750-9506-1c476a581f9b" providerId="ADAL" clId="{4017349A-7549-4284-A2E6-4E328E90356D}" dt="2020-11-17T00:41:38.978" v="9954" actId="123"/>
          <ac:spMkLst>
            <pc:docMk/>
            <pc:sldMk cId="109857222" sldId="256"/>
            <ac:spMk id="16" creationId="{92733FBA-0BC5-4C79-9D5D-139F837F837E}"/>
          </ac:spMkLst>
        </pc:spChg>
        <pc:spChg chg="add mod">
          <ac:chgData name="Meyer, Riesling M" userId="93fbefa7-80e7-4750-9506-1c476a581f9b" providerId="ADAL" clId="{4017349A-7549-4284-A2E6-4E328E90356D}" dt="2020-11-17T00:41:38.978" v="9954" actId="123"/>
          <ac:spMkLst>
            <pc:docMk/>
            <pc:sldMk cId="109857222" sldId="256"/>
            <ac:spMk id="17" creationId="{F21477AD-1A3D-4E93-8A00-3BDD69E853BE}"/>
          </ac:spMkLst>
        </pc:spChg>
        <pc:spChg chg="add mod">
          <ac:chgData name="Meyer, Riesling M" userId="93fbefa7-80e7-4750-9506-1c476a581f9b" providerId="ADAL" clId="{4017349A-7549-4284-A2E6-4E328E90356D}" dt="2020-11-17T00:41:38.978" v="9954" actId="123"/>
          <ac:spMkLst>
            <pc:docMk/>
            <pc:sldMk cId="109857222" sldId="256"/>
            <ac:spMk id="18" creationId="{BA4FA3BF-55E2-4149-A7A2-40642A856AA4}"/>
          </ac:spMkLst>
        </pc:spChg>
        <pc:spChg chg="add mod">
          <ac:chgData name="Meyer, Riesling M" userId="93fbefa7-80e7-4750-9506-1c476a581f9b" providerId="ADAL" clId="{4017349A-7549-4284-A2E6-4E328E90356D}" dt="2020-11-17T00:41:38.978" v="9954" actId="123"/>
          <ac:spMkLst>
            <pc:docMk/>
            <pc:sldMk cId="109857222" sldId="256"/>
            <ac:spMk id="20" creationId="{EBEA1970-1CF2-4254-BD2F-6671E90C69D0}"/>
          </ac:spMkLst>
        </pc:spChg>
        <pc:spChg chg="add mod">
          <ac:chgData name="Meyer, Riesling M" userId="93fbefa7-80e7-4750-9506-1c476a581f9b" providerId="ADAL" clId="{4017349A-7549-4284-A2E6-4E328E90356D}" dt="2020-11-17T00:41:38.978" v="9954" actId="123"/>
          <ac:spMkLst>
            <pc:docMk/>
            <pc:sldMk cId="109857222" sldId="256"/>
            <ac:spMk id="22" creationId="{D7FC9225-34E6-4D3D-94A4-6246B6158FC1}"/>
          </ac:spMkLst>
        </pc:spChg>
        <pc:spChg chg="add mod">
          <ac:chgData name="Meyer, Riesling M" userId="93fbefa7-80e7-4750-9506-1c476a581f9b" providerId="ADAL" clId="{4017349A-7549-4284-A2E6-4E328E90356D}" dt="2020-11-17T00:43:51.527" v="9958" actId="20577"/>
          <ac:spMkLst>
            <pc:docMk/>
            <pc:sldMk cId="109857222" sldId="256"/>
            <ac:spMk id="24" creationId="{5AED4A8B-70F1-4348-A427-78719E9B6D10}"/>
          </ac:spMkLst>
        </pc:spChg>
        <pc:spChg chg="add mod">
          <ac:chgData name="Meyer, Riesling M" userId="93fbefa7-80e7-4750-9506-1c476a581f9b" providerId="ADAL" clId="{4017349A-7549-4284-A2E6-4E328E90356D}" dt="2020-11-17T00:41:38.978" v="9954" actId="123"/>
          <ac:spMkLst>
            <pc:docMk/>
            <pc:sldMk cId="109857222" sldId="256"/>
            <ac:spMk id="26" creationId="{61070026-9E08-46AB-91FD-D4D0E026DE3D}"/>
          </ac:spMkLst>
        </pc:spChg>
        <pc:spChg chg="add del">
          <ac:chgData name="Meyer, Riesling M" userId="93fbefa7-80e7-4750-9506-1c476a581f9b" providerId="ADAL" clId="{4017349A-7549-4284-A2E6-4E328E90356D}" dt="2020-11-07T19:10:21.566" v="584" actId="22"/>
          <ac:spMkLst>
            <pc:docMk/>
            <pc:sldMk cId="109857222" sldId="256"/>
            <ac:spMk id="26" creationId="{CFB8DD7B-DBED-4837-A062-F6C4C8CEF08F}"/>
          </ac:spMkLst>
        </pc:spChg>
        <pc:spChg chg="add del">
          <ac:chgData name="Meyer, Riesling M" userId="93fbefa7-80e7-4750-9506-1c476a581f9b" providerId="ADAL" clId="{4017349A-7549-4284-A2E6-4E328E90356D}" dt="2020-11-15T20:44:37.360" v="7683" actId="22"/>
          <ac:spMkLst>
            <pc:docMk/>
            <pc:sldMk cId="109857222" sldId="256"/>
            <ac:spMk id="27" creationId="{DD00A377-D9DA-4C41-BA9C-3C52AF2A48A1}"/>
          </ac:spMkLst>
        </pc:spChg>
        <pc:spChg chg="add mod">
          <ac:chgData name="Meyer, Riesling M" userId="93fbefa7-80e7-4750-9506-1c476a581f9b" providerId="ADAL" clId="{4017349A-7549-4284-A2E6-4E328E90356D}" dt="2020-11-17T00:41:38.978" v="9954" actId="123"/>
          <ac:spMkLst>
            <pc:docMk/>
            <pc:sldMk cId="109857222" sldId="256"/>
            <ac:spMk id="28" creationId="{A47AB34D-BBDD-4CBC-BA7C-6DE0B13DCEBA}"/>
          </ac:spMkLst>
        </pc:spChg>
        <pc:spChg chg="add mod">
          <ac:chgData name="Meyer, Riesling M" userId="93fbefa7-80e7-4750-9506-1c476a581f9b" providerId="ADAL" clId="{4017349A-7549-4284-A2E6-4E328E90356D}" dt="2020-11-17T01:12:06.762" v="10731" actId="1076"/>
          <ac:spMkLst>
            <pc:docMk/>
            <pc:sldMk cId="109857222" sldId="256"/>
            <ac:spMk id="30" creationId="{54A3C510-C1DD-43C0-AF39-EE1678F9EA72}"/>
          </ac:spMkLst>
        </pc:spChg>
        <pc:spChg chg="add del mod">
          <ac:chgData name="Meyer, Riesling M" userId="93fbefa7-80e7-4750-9506-1c476a581f9b" providerId="ADAL" clId="{4017349A-7549-4284-A2E6-4E328E90356D}" dt="2020-11-08T19:04:47.201" v="5927" actId="478"/>
          <ac:spMkLst>
            <pc:docMk/>
            <pc:sldMk cId="109857222" sldId="256"/>
            <ac:spMk id="32" creationId="{3CB6F68D-B77B-4EF3-BD77-C050262925C0}"/>
          </ac:spMkLst>
        </pc:spChg>
        <pc:spChg chg="add mod">
          <ac:chgData name="Meyer, Riesling M" userId="93fbefa7-80e7-4750-9506-1c476a581f9b" providerId="ADAL" clId="{4017349A-7549-4284-A2E6-4E328E90356D}" dt="2020-11-17T00:41:38.978" v="9954" actId="123"/>
          <ac:spMkLst>
            <pc:docMk/>
            <pc:sldMk cId="109857222" sldId="256"/>
            <ac:spMk id="34" creationId="{5752C6F4-9F8D-4CAD-9554-DDF2FBFA5D50}"/>
          </ac:spMkLst>
        </pc:spChg>
        <pc:spChg chg="add mod">
          <ac:chgData name="Meyer, Riesling M" userId="93fbefa7-80e7-4750-9506-1c476a581f9b" providerId="ADAL" clId="{4017349A-7549-4284-A2E6-4E328E90356D}" dt="2020-11-17T00:41:38.978" v="9954" actId="123"/>
          <ac:spMkLst>
            <pc:docMk/>
            <pc:sldMk cId="109857222" sldId="256"/>
            <ac:spMk id="36" creationId="{00B901DF-95C0-4D73-B9CC-A49A9EAF6820}"/>
          </ac:spMkLst>
        </pc:spChg>
        <pc:spChg chg="add del mod">
          <ac:chgData name="Meyer, Riesling M" userId="93fbefa7-80e7-4750-9506-1c476a581f9b" providerId="ADAL" clId="{4017349A-7549-4284-A2E6-4E328E90356D}" dt="2020-11-15T18:43:47.271" v="7450" actId="478"/>
          <ac:spMkLst>
            <pc:docMk/>
            <pc:sldMk cId="109857222" sldId="256"/>
            <ac:spMk id="38" creationId="{B740D1D1-FBE1-413F-85CC-0175F0DDA3BD}"/>
          </ac:spMkLst>
        </pc:spChg>
        <pc:spChg chg="add del mod">
          <ac:chgData name="Meyer, Riesling M" userId="93fbefa7-80e7-4750-9506-1c476a581f9b" providerId="ADAL" clId="{4017349A-7549-4284-A2E6-4E328E90356D}" dt="2020-11-07T19:38:33.055" v="1182" actId="478"/>
          <ac:spMkLst>
            <pc:docMk/>
            <pc:sldMk cId="109857222" sldId="256"/>
            <ac:spMk id="42" creationId="{9E1DA640-DCA4-4CBF-B0BA-C89222ED04A7}"/>
          </ac:spMkLst>
        </pc:spChg>
        <pc:spChg chg="add del">
          <ac:chgData name="Meyer, Riesling M" userId="93fbefa7-80e7-4750-9506-1c476a581f9b" providerId="ADAL" clId="{4017349A-7549-4284-A2E6-4E328E90356D}" dt="2020-11-07T19:40:05.488" v="1282"/>
          <ac:spMkLst>
            <pc:docMk/>
            <pc:sldMk cId="109857222" sldId="256"/>
            <ac:spMk id="43" creationId="{E6B5D7CF-A45B-4C0E-B647-190001F3A2B0}"/>
          </ac:spMkLst>
        </pc:spChg>
        <pc:spChg chg="add mod topLvl">
          <ac:chgData name="Meyer, Riesling M" userId="93fbefa7-80e7-4750-9506-1c476a581f9b" providerId="ADAL" clId="{4017349A-7549-4284-A2E6-4E328E90356D}" dt="2020-11-15T18:49:26.097" v="7516" actId="164"/>
          <ac:spMkLst>
            <pc:docMk/>
            <pc:sldMk cId="109857222" sldId="256"/>
            <ac:spMk id="45" creationId="{A1EF9672-9756-4422-B7D6-CFCEAEEB98F3}"/>
          </ac:spMkLst>
        </pc:spChg>
        <pc:spChg chg="add mod topLvl">
          <ac:chgData name="Meyer, Riesling M" userId="93fbefa7-80e7-4750-9506-1c476a581f9b" providerId="ADAL" clId="{4017349A-7549-4284-A2E6-4E328E90356D}" dt="2020-11-15T18:49:26.097" v="7516" actId="164"/>
          <ac:spMkLst>
            <pc:docMk/>
            <pc:sldMk cId="109857222" sldId="256"/>
            <ac:spMk id="47" creationId="{F26A26F2-6D62-4014-8231-C84C8054229D}"/>
          </ac:spMkLst>
        </pc:spChg>
        <pc:spChg chg="add del mod">
          <ac:chgData name="Meyer, Riesling M" userId="93fbefa7-80e7-4750-9506-1c476a581f9b" providerId="ADAL" clId="{4017349A-7549-4284-A2E6-4E328E90356D}" dt="2020-11-07T19:48:52.095" v="1511" actId="478"/>
          <ac:spMkLst>
            <pc:docMk/>
            <pc:sldMk cId="109857222" sldId="256"/>
            <ac:spMk id="49" creationId="{1D658B70-466A-40C3-9E39-1E5CE20F4685}"/>
          </ac:spMkLst>
        </pc:spChg>
        <pc:spChg chg="add mod topLvl">
          <ac:chgData name="Meyer, Riesling M" userId="93fbefa7-80e7-4750-9506-1c476a581f9b" providerId="ADAL" clId="{4017349A-7549-4284-A2E6-4E328E90356D}" dt="2020-11-16T22:02:49.435" v="8864" actId="20577"/>
          <ac:spMkLst>
            <pc:docMk/>
            <pc:sldMk cId="109857222" sldId="256"/>
            <ac:spMk id="51" creationId="{CF4088D6-7B87-4EBD-8F65-82E45EBA1746}"/>
          </ac:spMkLst>
        </pc:spChg>
        <pc:spChg chg="add del mod">
          <ac:chgData name="Meyer, Riesling M" userId="93fbefa7-80e7-4750-9506-1c476a581f9b" providerId="ADAL" clId="{4017349A-7549-4284-A2E6-4E328E90356D}" dt="2020-11-07T19:48:58.665" v="1514" actId="478"/>
          <ac:spMkLst>
            <pc:docMk/>
            <pc:sldMk cId="109857222" sldId="256"/>
            <ac:spMk id="53" creationId="{58580E01-E696-4B80-9E35-4D7A3AAABE67}"/>
          </ac:spMkLst>
        </pc:spChg>
        <pc:spChg chg="add mod topLvl">
          <ac:chgData name="Meyer, Riesling M" userId="93fbefa7-80e7-4750-9506-1c476a581f9b" providerId="ADAL" clId="{4017349A-7549-4284-A2E6-4E328E90356D}" dt="2020-11-16T22:02:58.219" v="8870" actId="20577"/>
          <ac:spMkLst>
            <pc:docMk/>
            <pc:sldMk cId="109857222" sldId="256"/>
            <ac:spMk id="55" creationId="{73A44B0E-AFA5-427F-B0AD-EE8473CF0EAB}"/>
          </ac:spMkLst>
        </pc:spChg>
        <pc:spChg chg="add mod topLvl">
          <ac:chgData name="Meyer, Riesling M" userId="93fbefa7-80e7-4750-9506-1c476a581f9b" providerId="ADAL" clId="{4017349A-7549-4284-A2E6-4E328E90356D}" dt="2020-11-16T22:03:02.946" v="8874" actId="20577"/>
          <ac:spMkLst>
            <pc:docMk/>
            <pc:sldMk cId="109857222" sldId="256"/>
            <ac:spMk id="57" creationId="{C8406248-82BC-4FBD-880B-4F030F0E6A97}"/>
          </ac:spMkLst>
        </pc:spChg>
        <pc:spChg chg="add mod topLvl">
          <ac:chgData name="Meyer, Riesling M" userId="93fbefa7-80e7-4750-9506-1c476a581f9b" providerId="ADAL" clId="{4017349A-7549-4284-A2E6-4E328E90356D}" dt="2020-11-16T22:03:04.996" v="8876" actId="20577"/>
          <ac:spMkLst>
            <pc:docMk/>
            <pc:sldMk cId="109857222" sldId="256"/>
            <ac:spMk id="59" creationId="{DDC738F6-1903-449C-8CDF-6ECDE7C1996B}"/>
          </ac:spMkLst>
        </pc:spChg>
        <pc:spChg chg="add mod topLvl">
          <ac:chgData name="Meyer, Riesling M" userId="93fbefa7-80e7-4750-9506-1c476a581f9b" providerId="ADAL" clId="{4017349A-7549-4284-A2E6-4E328E90356D}" dt="2020-11-15T18:49:26.097" v="7516" actId="164"/>
          <ac:spMkLst>
            <pc:docMk/>
            <pc:sldMk cId="109857222" sldId="256"/>
            <ac:spMk id="61" creationId="{6D02E2BC-851D-4529-94F9-6143688E85BE}"/>
          </ac:spMkLst>
        </pc:spChg>
        <pc:spChg chg="add mod topLvl">
          <ac:chgData name="Meyer, Riesling M" userId="93fbefa7-80e7-4750-9506-1c476a581f9b" providerId="ADAL" clId="{4017349A-7549-4284-A2E6-4E328E90356D}" dt="2020-11-16T22:03:09.044" v="8878" actId="20577"/>
          <ac:spMkLst>
            <pc:docMk/>
            <pc:sldMk cId="109857222" sldId="256"/>
            <ac:spMk id="63" creationId="{41F41B0A-58A2-4485-9A50-047A71B7DAE2}"/>
          </ac:spMkLst>
        </pc:spChg>
        <pc:spChg chg="add mod topLvl">
          <ac:chgData name="Meyer, Riesling M" userId="93fbefa7-80e7-4750-9506-1c476a581f9b" providerId="ADAL" clId="{4017349A-7549-4284-A2E6-4E328E90356D}" dt="2020-11-16T22:03:14.820" v="8882" actId="20577"/>
          <ac:spMkLst>
            <pc:docMk/>
            <pc:sldMk cId="109857222" sldId="256"/>
            <ac:spMk id="65" creationId="{573B7E8C-E96C-4D25-AA42-8EDF7C0E2538}"/>
          </ac:spMkLst>
        </pc:spChg>
        <pc:spChg chg="add mod topLvl">
          <ac:chgData name="Meyer, Riesling M" userId="93fbefa7-80e7-4750-9506-1c476a581f9b" providerId="ADAL" clId="{4017349A-7549-4284-A2E6-4E328E90356D}" dt="2020-11-17T01:40:24.321" v="11255" actId="20577"/>
          <ac:spMkLst>
            <pc:docMk/>
            <pc:sldMk cId="109857222" sldId="256"/>
            <ac:spMk id="67" creationId="{0A16E45B-31CB-4676-A16A-2DFCDB9EC3C7}"/>
          </ac:spMkLst>
        </pc:spChg>
        <pc:spChg chg="add mod topLvl">
          <ac:chgData name="Meyer, Riesling M" userId="93fbefa7-80e7-4750-9506-1c476a581f9b" providerId="ADAL" clId="{4017349A-7549-4284-A2E6-4E328E90356D}" dt="2020-11-17T01:40:28.064" v="11258" actId="20577"/>
          <ac:spMkLst>
            <pc:docMk/>
            <pc:sldMk cId="109857222" sldId="256"/>
            <ac:spMk id="69" creationId="{5884C57B-2F41-471D-8C6A-5B2158BA1CF2}"/>
          </ac:spMkLst>
        </pc:spChg>
        <pc:spChg chg="add del">
          <ac:chgData name="Meyer, Riesling M" userId="93fbefa7-80e7-4750-9506-1c476a581f9b" providerId="ADAL" clId="{4017349A-7549-4284-A2E6-4E328E90356D}" dt="2020-11-07T20:00:29.264" v="1854" actId="22"/>
          <ac:spMkLst>
            <pc:docMk/>
            <pc:sldMk cId="109857222" sldId="256"/>
            <ac:spMk id="105" creationId="{DB12CB59-DF0A-4D62-AEC3-A5584740C05C}"/>
          </ac:spMkLst>
        </pc:spChg>
        <pc:spChg chg="add mod">
          <ac:chgData name="Meyer, Riesling M" userId="93fbefa7-80e7-4750-9506-1c476a581f9b" providerId="ADAL" clId="{4017349A-7549-4284-A2E6-4E328E90356D}" dt="2020-11-17T01:40:41.248" v="11261" actId="20577"/>
          <ac:spMkLst>
            <pc:docMk/>
            <pc:sldMk cId="109857222" sldId="256"/>
            <ac:spMk id="107" creationId="{F0DA104E-4220-4499-9FF0-561FBEF11866}"/>
          </ac:spMkLst>
        </pc:spChg>
        <pc:spChg chg="add del">
          <ac:chgData name="Meyer, Riesling M" userId="93fbefa7-80e7-4750-9506-1c476a581f9b" providerId="ADAL" clId="{4017349A-7549-4284-A2E6-4E328E90356D}" dt="2020-11-07T20:14:05.325" v="2818" actId="22"/>
          <ac:spMkLst>
            <pc:docMk/>
            <pc:sldMk cId="109857222" sldId="256"/>
            <ac:spMk id="111" creationId="{7FE9B4D5-A986-40D6-81BD-6B9D8A89426C}"/>
          </ac:spMkLst>
        </pc:spChg>
        <pc:spChg chg="add del mod">
          <ac:chgData name="Meyer, Riesling M" userId="93fbefa7-80e7-4750-9506-1c476a581f9b" providerId="ADAL" clId="{4017349A-7549-4284-A2E6-4E328E90356D}" dt="2020-11-10T22:26:55.740" v="6409" actId="478"/>
          <ac:spMkLst>
            <pc:docMk/>
            <pc:sldMk cId="109857222" sldId="256"/>
            <ac:spMk id="113" creationId="{F4734622-270C-42DE-B6AB-87F4C6CC6AED}"/>
          </ac:spMkLst>
        </pc:spChg>
        <pc:spChg chg="mod">
          <ac:chgData name="Meyer, Riesling M" userId="93fbefa7-80e7-4750-9506-1c476a581f9b" providerId="ADAL" clId="{4017349A-7549-4284-A2E6-4E328E90356D}" dt="2020-11-17T01:40:48.682" v="11267" actId="20577"/>
          <ac:spMkLst>
            <pc:docMk/>
            <pc:sldMk cId="109857222" sldId="256"/>
            <ac:spMk id="115" creationId="{6F8AF402-3E57-4CA6-BE25-66ACC74BB8E9}"/>
          </ac:spMkLst>
        </pc:spChg>
        <pc:spChg chg="mod">
          <ac:chgData name="Meyer, Riesling M" userId="93fbefa7-80e7-4750-9506-1c476a581f9b" providerId="ADAL" clId="{4017349A-7549-4284-A2E6-4E328E90356D}" dt="2020-11-17T01:40:52.158" v="11270" actId="20577"/>
          <ac:spMkLst>
            <pc:docMk/>
            <pc:sldMk cId="109857222" sldId="256"/>
            <ac:spMk id="116" creationId="{D6C0CD73-F696-4187-9A62-9AE167175610}"/>
          </ac:spMkLst>
        </pc:spChg>
        <pc:spChg chg="add mod">
          <ac:chgData name="Meyer, Riesling M" userId="93fbefa7-80e7-4750-9506-1c476a581f9b" providerId="ADAL" clId="{4017349A-7549-4284-A2E6-4E328E90356D}" dt="2020-11-17T00:48:06.749" v="10073" actId="20577"/>
          <ac:spMkLst>
            <pc:docMk/>
            <pc:sldMk cId="109857222" sldId="256"/>
            <ac:spMk id="117" creationId="{C48174AC-22DE-4E74-9E84-4CBA40B5DA41}"/>
          </ac:spMkLst>
        </pc:spChg>
        <pc:spChg chg="add mod">
          <ac:chgData name="Meyer, Riesling M" userId="93fbefa7-80e7-4750-9506-1c476a581f9b" providerId="ADAL" clId="{4017349A-7549-4284-A2E6-4E328E90356D}" dt="2020-11-17T00:41:38.978" v="9954" actId="123"/>
          <ac:spMkLst>
            <pc:docMk/>
            <pc:sldMk cId="109857222" sldId="256"/>
            <ac:spMk id="118" creationId="{8548E907-019D-456C-AF4F-AFB8FE6496B7}"/>
          </ac:spMkLst>
        </pc:spChg>
        <pc:spChg chg="add del mod">
          <ac:chgData name="Meyer, Riesling M" userId="93fbefa7-80e7-4750-9506-1c476a581f9b" providerId="ADAL" clId="{4017349A-7549-4284-A2E6-4E328E90356D}" dt="2020-11-08T17:46:31.667" v="3494"/>
          <ac:spMkLst>
            <pc:docMk/>
            <pc:sldMk cId="109857222" sldId="256"/>
            <ac:spMk id="118" creationId="{C2897814-0754-49D7-9A58-A0F8DF99E0DD}"/>
          </ac:spMkLst>
        </pc:spChg>
        <pc:spChg chg="add del mod">
          <ac:chgData name="Meyer, Riesling M" userId="93fbefa7-80e7-4750-9506-1c476a581f9b" providerId="ADAL" clId="{4017349A-7549-4284-A2E6-4E328E90356D}" dt="2020-11-17T01:18:56.367" v="10857" actId="6549"/>
          <ac:spMkLst>
            <pc:docMk/>
            <pc:sldMk cId="109857222" sldId="256"/>
            <ac:spMk id="119" creationId="{217B49D2-AEA5-47B8-A761-71502F314838}"/>
          </ac:spMkLst>
        </pc:spChg>
        <pc:spChg chg="add del mod">
          <ac:chgData name="Meyer, Riesling M" userId="93fbefa7-80e7-4750-9506-1c476a581f9b" providerId="ADAL" clId="{4017349A-7549-4284-A2E6-4E328E90356D}" dt="2020-11-08T17:46:31.667" v="3494"/>
          <ac:spMkLst>
            <pc:docMk/>
            <pc:sldMk cId="109857222" sldId="256"/>
            <ac:spMk id="120" creationId="{3831AF72-8EF6-4A48-97E7-E4720F2D3598}"/>
          </ac:spMkLst>
        </pc:spChg>
        <pc:spChg chg="add mod">
          <ac:chgData name="Meyer, Riesling M" userId="93fbefa7-80e7-4750-9506-1c476a581f9b" providerId="ADAL" clId="{4017349A-7549-4284-A2E6-4E328E90356D}" dt="2020-11-17T01:18:54.470" v="10854" actId="1076"/>
          <ac:spMkLst>
            <pc:docMk/>
            <pc:sldMk cId="109857222" sldId="256"/>
            <ac:spMk id="120" creationId="{A2B9D2A5-0324-431C-9B99-73E58850C26D}"/>
          </ac:spMkLst>
        </pc:spChg>
        <pc:spChg chg="add mod">
          <ac:chgData name="Meyer, Riesling M" userId="93fbefa7-80e7-4750-9506-1c476a581f9b" providerId="ADAL" clId="{4017349A-7549-4284-A2E6-4E328E90356D}" dt="2020-11-17T00:41:38.978" v="9954" actId="123"/>
          <ac:spMkLst>
            <pc:docMk/>
            <pc:sldMk cId="109857222" sldId="256"/>
            <ac:spMk id="121" creationId="{6163BBFA-9101-440F-8698-FE4E09B7A016}"/>
          </ac:spMkLst>
        </pc:spChg>
        <pc:spChg chg="add del mod">
          <ac:chgData name="Meyer, Riesling M" userId="93fbefa7-80e7-4750-9506-1c476a581f9b" providerId="ADAL" clId="{4017349A-7549-4284-A2E6-4E328E90356D}" dt="2020-11-08T17:46:31.667" v="3494"/>
          <ac:spMkLst>
            <pc:docMk/>
            <pc:sldMk cId="109857222" sldId="256"/>
            <ac:spMk id="121" creationId="{822D483A-0336-42A3-9CD5-A8E52139B190}"/>
          </ac:spMkLst>
        </pc:spChg>
        <pc:spChg chg="add mod">
          <ac:chgData name="Meyer, Riesling M" userId="93fbefa7-80e7-4750-9506-1c476a581f9b" providerId="ADAL" clId="{4017349A-7549-4284-A2E6-4E328E90356D}" dt="2020-11-17T00:41:38.978" v="9954" actId="123"/>
          <ac:spMkLst>
            <pc:docMk/>
            <pc:sldMk cId="109857222" sldId="256"/>
            <ac:spMk id="122" creationId="{FC9D118E-99CD-474F-9AED-46B29CF2054E}"/>
          </ac:spMkLst>
        </pc:spChg>
        <pc:spChg chg="add del mod">
          <ac:chgData name="Meyer, Riesling M" userId="93fbefa7-80e7-4750-9506-1c476a581f9b" providerId="ADAL" clId="{4017349A-7549-4284-A2E6-4E328E90356D}" dt="2020-11-08T17:46:31.667" v="3494"/>
          <ac:spMkLst>
            <pc:docMk/>
            <pc:sldMk cId="109857222" sldId="256"/>
            <ac:spMk id="123" creationId="{AE420C2C-5199-456A-97FF-F4A5E1468981}"/>
          </ac:spMkLst>
        </pc:spChg>
        <pc:spChg chg="add del mod">
          <ac:chgData name="Meyer, Riesling M" userId="93fbefa7-80e7-4750-9506-1c476a581f9b" providerId="ADAL" clId="{4017349A-7549-4284-A2E6-4E328E90356D}" dt="2020-11-08T17:46:31.667" v="3494"/>
          <ac:spMkLst>
            <pc:docMk/>
            <pc:sldMk cId="109857222" sldId="256"/>
            <ac:spMk id="124" creationId="{CB574108-4CBD-4B26-AFD4-EDA42975B20B}"/>
          </ac:spMkLst>
        </pc:spChg>
        <pc:spChg chg="add del mod">
          <ac:chgData name="Meyer, Riesling M" userId="93fbefa7-80e7-4750-9506-1c476a581f9b" providerId="ADAL" clId="{4017349A-7549-4284-A2E6-4E328E90356D}" dt="2020-11-08T17:46:31.667" v="3494"/>
          <ac:spMkLst>
            <pc:docMk/>
            <pc:sldMk cId="109857222" sldId="256"/>
            <ac:spMk id="125" creationId="{8967D14D-CA01-4199-8F59-ED8B30DFEA7A}"/>
          </ac:spMkLst>
        </pc:spChg>
        <pc:spChg chg="add del mod">
          <ac:chgData name="Meyer, Riesling M" userId="93fbefa7-80e7-4750-9506-1c476a581f9b" providerId="ADAL" clId="{4017349A-7549-4284-A2E6-4E328E90356D}" dt="2020-11-08T17:46:31.667" v="3494"/>
          <ac:spMkLst>
            <pc:docMk/>
            <pc:sldMk cId="109857222" sldId="256"/>
            <ac:spMk id="126" creationId="{F54D55D9-AD9A-48D1-8688-645016CD6A9D}"/>
          </ac:spMkLst>
        </pc:spChg>
        <pc:spChg chg="add mod">
          <ac:chgData name="Meyer, Riesling M" userId="93fbefa7-80e7-4750-9506-1c476a581f9b" providerId="ADAL" clId="{4017349A-7549-4284-A2E6-4E328E90356D}" dt="2020-11-17T00:41:38.978" v="9954" actId="123"/>
          <ac:spMkLst>
            <pc:docMk/>
            <pc:sldMk cId="109857222" sldId="256"/>
            <ac:spMk id="128" creationId="{CECF8E1B-BE30-42F1-8EE3-84882C9BA17D}"/>
          </ac:spMkLst>
        </pc:spChg>
        <pc:spChg chg="add del mod">
          <ac:chgData name="Meyer, Riesling M" userId="93fbefa7-80e7-4750-9506-1c476a581f9b" providerId="ADAL" clId="{4017349A-7549-4284-A2E6-4E328E90356D}" dt="2020-11-08T17:46:31.667" v="3494"/>
          <ac:spMkLst>
            <pc:docMk/>
            <pc:sldMk cId="109857222" sldId="256"/>
            <ac:spMk id="128" creationId="{FA5F8232-94E2-4913-9112-0757A219EDEF}"/>
          </ac:spMkLst>
        </pc:spChg>
        <pc:spChg chg="add del mod">
          <ac:chgData name="Meyer, Riesling M" userId="93fbefa7-80e7-4750-9506-1c476a581f9b" providerId="ADAL" clId="{4017349A-7549-4284-A2E6-4E328E90356D}" dt="2020-11-08T17:46:31.667" v="3494"/>
          <ac:spMkLst>
            <pc:docMk/>
            <pc:sldMk cId="109857222" sldId="256"/>
            <ac:spMk id="129" creationId="{76662D69-AE71-462B-B23B-482001D568DC}"/>
          </ac:spMkLst>
        </pc:spChg>
        <pc:spChg chg="add del mod">
          <ac:chgData name="Meyer, Riesling M" userId="93fbefa7-80e7-4750-9506-1c476a581f9b" providerId="ADAL" clId="{4017349A-7549-4284-A2E6-4E328E90356D}" dt="2020-11-08T17:46:31.667" v="3494"/>
          <ac:spMkLst>
            <pc:docMk/>
            <pc:sldMk cId="109857222" sldId="256"/>
            <ac:spMk id="130" creationId="{3F6C6836-42C1-49D4-B949-941D072B35C2}"/>
          </ac:spMkLst>
        </pc:spChg>
        <pc:spChg chg="add mod">
          <ac:chgData name="Meyer, Riesling M" userId="93fbefa7-80e7-4750-9506-1c476a581f9b" providerId="ADAL" clId="{4017349A-7549-4284-A2E6-4E328E90356D}" dt="2020-11-17T01:21:53.232" v="10862" actId="20577"/>
          <ac:spMkLst>
            <pc:docMk/>
            <pc:sldMk cId="109857222" sldId="256"/>
            <ac:spMk id="130" creationId="{9F4F9728-41A4-43A0-A17A-FD3B6D901143}"/>
          </ac:spMkLst>
        </pc:spChg>
        <pc:spChg chg="add mod">
          <ac:chgData name="Meyer, Riesling M" userId="93fbefa7-80e7-4750-9506-1c476a581f9b" providerId="ADAL" clId="{4017349A-7549-4284-A2E6-4E328E90356D}" dt="2020-11-17T00:41:38.978" v="9954" actId="123"/>
          <ac:spMkLst>
            <pc:docMk/>
            <pc:sldMk cId="109857222" sldId="256"/>
            <ac:spMk id="131" creationId="{4BAE80FA-BC9E-411B-ABF5-B3D721E9E875}"/>
          </ac:spMkLst>
        </pc:spChg>
        <pc:spChg chg="add del mod">
          <ac:chgData name="Meyer, Riesling M" userId="93fbefa7-80e7-4750-9506-1c476a581f9b" providerId="ADAL" clId="{4017349A-7549-4284-A2E6-4E328E90356D}" dt="2020-11-08T17:46:31.667" v="3494"/>
          <ac:spMkLst>
            <pc:docMk/>
            <pc:sldMk cId="109857222" sldId="256"/>
            <ac:spMk id="131" creationId="{A79F264C-7954-4AC4-AAED-15E548358BCC}"/>
          </ac:spMkLst>
        </pc:spChg>
        <pc:spChg chg="add del mod">
          <ac:chgData name="Meyer, Riesling M" userId="93fbefa7-80e7-4750-9506-1c476a581f9b" providerId="ADAL" clId="{4017349A-7549-4284-A2E6-4E328E90356D}" dt="2020-11-08T17:46:31.667" v="3494"/>
          <ac:spMkLst>
            <pc:docMk/>
            <pc:sldMk cId="109857222" sldId="256"/>
            <ac:spMk id="133" creationId="{1E01C1F4-A289-4B12-8C80-9D652711F7D3}"/>
          </ac:spMkLst>
        </pc:spChg>
        <pc:spChg chg="add del mod">
          <ac:chgData name="Meyer, Riesling M" userId="93fbefa7-80e7-4750-9506-1c476a581f9b" providerId="ADAL" clId="{4017349A-7549-4284-A2E6-4E328E90356D}" dt="2020-11-17T01:18:56.863" v="10858" actId="478"/>
          <ac:spMkLst>
            <pc:docMk/>
            <pc:sldMk cId="109857222" sldId="256"/>
            <ac:spMk id="133" creationId="{D58A9227-32A9-4920-B477-61B7FEE46B6F}"/>
          </ac:spMkLst>
        </pc:spChg>
        <pc:spChg chg="add mod">
          <ac:chgData name="Meyer, Riesling M" userId="93fbefa7-80e7-4750-9506-1c476a581f9b" providerId="ADAL" clId="{4017349A-7549-4284-A2E6-4E328E90356D}" dt="2020-11-17T01:18:54.470" v="10854" actId="1076"/>
          <ac:spMkLst>
            <pc:docMk/>
            <pc:sldMk cId="109857222" sldId="256"/>
            <ac:spMk id="134" creationId="{5553152B-A669-43AB-A0FF-D6C8BBDE0E64}"/>
          </ac:spMkLst>
        </pc:spChg>
        <pc:spChg chg="add del mod">
          <ac:chgData name="Meyer, Riesling M" userId="93fbefa7-80e7-4750-9506-1c476a581f9b" providerId="ADAL" clId="{4017349A-7549-4284-A2E6-4E328E90356D}" dt="2020-11-08T17:46:31.667" v="3494"/>
          <ac:spMkLst>
            <pc:docMk/>
            <pc:sldMk cId="109857222" sldId="256"/>
            <ac:spMk id="135" creationId="{05EDF518-B702-4C51-89C7-DD996C2A8A0A}"/>
          </ac:spMkLst>
        </pc:spChg>
        <pc:spChg chg="add del mod">
          <ac:chgData name="Meyer, Riesling M" userId="93fbefa7-80e7-4750-9506-1c476a581f9b" providerId="ADAL" clId="{4017349A-7549-4284-A2E6-4E328E90356D}" dt="2020-11-08T17:46:31.667" v="3494"/>
          <ac:spMkLst>
            <pc:docMk/>
            <pc:sldMk cId="109857222" sldId="256"/>
            <ac:spMk id="136" creationId="{B52F3827-5D4C-40B0-8E82-61467679DE52}"/>
          </ac:spMkLst>
        </pc:spChg>
        <pc:spChg chg="add del mod">
          <ac:chgData name="Meyer, Riesling M" userId="93fbefa7-80e7-4750-9506-1c476a581f9b" providerId="ADAL" clId="{4017349A-7549-4284-A2E6-4E328E90356D}" dt="2020-11-08T17:46:31.667" v="3494"/>
          <ac:spMkLst>
            <pc:docMk/>
            <pc:sldMk cId="109857222" sldId="256"/>
            <ac:spMk id="138" creationId="{9F6CF1FF-EEE1-49D7-AD76-B3E08BBE5F91}"/>
          </ac:spMkLst>
        </pc:spChg>
        <pc:spChg chg="add del mod">
          <ac:chgData name="Meyer, Riesling M" userId="93fbefa7-80e7-4750-9506-1c476a581f9b" providerId="ADAL" clId="{4017349A-7549-4284-A2E6-4E328E90356D}" dt="2020-11-08T17:46:31.667" v="3494"/>
          <ac:spMkLst>
            <pc:docMk/>
            <pc:sldMk cId="109857222" sldId="256"/>
            <ac:spMk id="139" creationId="{1A0AE727-A5CD-4F67-9322-32893CD91E6F}"/>
          </ac:spMkLst>
        </pc:spChg>
        <pc:spChg chg="add del mod">
          <ac:chgData name="Meyer, Riesling M" userId="93fbefa7-80e7-4750-9506-1c476a581f9b" providerId="ADAL" clId="{4017349A-7549-4284-A2E6-4E328E90356D}" dt="2020-11-08T17:46:31.667" v="3494"/>
          <ac:spMkLst>
            <pc:docMk/>
            <pc:sldMk cId="109857222" sldId="256"/>
            <ac:spMk id="142" creationId="{74FA7AE6-FF3C-4915-B5F1-591C076E2B7D}"/>
          </ac:spMkLst>
        </pc:spChg>
        <pc:spChg chg="add del mod">
          <ac:chgData name="Meyer, Riesling M" userId="93fbefa7-80e7-4750-9506-1c476a581f9b" providerId="ADAL" clId="{4017349A-7549-4284-A2E6-4E328E90356D}" dt="2020-11-08T17:46:31.667" v="3494"/>
          <ac:spMkLst>
            <pc:docMk/>
            <pc:sldMk cId="109857222" sldId="256"/>
            <ac:spMk id="143" creationId="{A4BACCB4-300F-4AF7-8B0E-468DC0406AE4}"/>
          </ac:spMkLst>
        </pc:spChg>
        <pc:spChg chg="add del mod">
          <ac:chgData name="Meyer, Riesling M" userId="93fbefa7-80e7-4750-9506-1c476a581f9b" providerId="ADAL" clId="{4017349A-7549-4284-A2E6-4E328E90356D}" dt="2020-11-08T17:46:31.667" v="3494"/>
          <ac:spMkLst>
            <pc:docMk/>
            <pc:sldMk cId="109857222" sldId="256"/>
            <ac:spMk id="145" creationId="{41C98C25-19F4-41DF-AC0B-CB3BCD721B79}"/>
          </ac:spMkLst>
        </pc:spChg>
        <pc:spChg chg="add del mod">
          <ac:chgData name="Meyer, Riesling M" userId="93fbefa7-80e7-4750-9506-1c476a581f9b" providerId="ADAL" clId="{4017349A-7549-4284-A2E6-4E328E90356D}" dt="2020-11-08T17:46:31.667" v="3494"/>
          <ac:spMkLst>
            <pc:docMk/>
            <pc:sldMk cId="109857222" sldId="256"/>
            <ac:spMk id="146" creationId="{05190E58-0620-4D57-95E5-4E4C9E5DBF2C}"/>
          </ac:spMkLst>
        </pc:spChg>
        <pc:spChg chg="add del mod">
          <ac:chgData name="Meyer, Riesling M" userId="93fbefa7-80e7-4750-9506-1c476a581f9b" providerId="ADAL" clId="{4017349A-7549-4284-A2E6-4E328E90356D}" dt="2020-11-08T17:46:31.667" v="3494"/>
          <ac:spMkLst>
            <pc:docMk/>
            <pc:sldMk cId="109857222" sldId="256"/>
            <ac:spMk id="148" creationId="{70563181-8821-4F4E-9920-4F00E744A80A}"/>
          </ac:spMkLst>
        </pc:spChg>
        <pc:spChg chg="add del mod">
          <ac:chgData name="Meyer, Riesling M" userId="93fbefa7-80e7-4750-9506-1c476a581f9b" providerId="ADAL" clId="{4017349A-7549-4284-A2E6-4E328E90356D}" dt="2020-11-08T17:46:31.667" v="3494"/>
          <ac:spMkLst>
            <pc:docMk/>
            <pc:sldMk cId="109857222" sldId="256"/>
            <ac:spMk id="149" creationId="{68DF195D-5C23-432B-BD3E-8E20E09076EE}"/>
          </ac:spMkLst>
        </pc:spChg>
        <pc:spChg chg="add del mod">
          <ac:chgData name="Meyer, Riesling M" userId="93fbefa7-80e7-4750-9506-1c476a581f9b" providerId="ADAL" clId="{4017349A-7549-4284-A2E6-4E328E90356D}" dt="2020-11-15T20:50:02.866" v="7755" actId="478"/>
          <ac:spMkLst>
            <pc:docMk/>
            <pc:sldMk cId="109857222" sldId="256"/>
            <ac:spMk id="150" creationId="{9C72498D-B99A-42CA-9C7C-0542BC95A74B}"/>
          </ac:spMkLst>
        </pc:spChg>
        <pc:spChg chg="add del mod">
          <ac:chgData name="Meyer, Riesling M" userId="93fbefa7-80e7-4750-9506-1c476a581f9b" providerId="ADAL" clId="{4017349A-7549-4284-A2E6-4E328E90356D}" dt="2020-11-08T17:46:31.667" v="3494"/>
          <ac:spMkLst>
            <pc:docMk/>
            <pc:sldMk cId="109857222" sldId="256"/>
            <ac:spMk id="150" creationId="{E6862E21-75F5-4EB0-9791-63CE16F921AB}"/>
          </ac:spMkLst>
        </pc:spChg>
        <pc:spChg chg="add del mod">
          <ac:chgData name="Meyer, Riesling M" userId="93fbefa7-80e7-4750-9506-1c476a581f9b" providerId="ADAL" clId="{4017349A-7549-4284-A2E6-4E328E90356D}" dt="2020-11-08T17:46:31.667" v="3494"/>
          <ac:spMkLst>
            <pc:docMk/>
            <pc:sldMk cId="109857222" sldId="256"/>
            <ac:spMk id="152" creationId="{7C69CB43-AFBF-428A-BB6D-6D88AE4F77F3}"/>
          </ac:spMkLst>
        </pc:spChg>
        <pc:spChg chg="add del mod">
          <ac:chgData name="Meyer, Riesling M" userId="93fbefa7-80e7-4750-9506-1c476a581f9b" providerId="ADAL" clId="{4017349A-7549-4284-A2E6-4E328E90356D}" dt="2020-11-08T17:46:31.667" v="3494"/>
          <ac:spMkLst>
            <pc:docMk/>
            <pc:sldMk cId="109857222" sldId="256"/>
            <ac:spMk id="154" creationId="{26D90BBD-EF2D-49E4-8633-04C5DFDA6950}"/>
          </ac:spMkLst>
        </pc:spChg>
        <pc:spChg chg="add del mod">
          <ac:chgData name="Meyer, Riesling M" userId="93fbefa7-80e7-4750-9506-1c476a581f9b" providerId="ADAL" clId="{4017349A-7549-4284-A2E6-4E328E90356D}" dt="2020-11-08T17:46:31.667" v="3494"/>
          <ac:spMkLst>
            <pc:docMk/>
            <pc:sldMk cId="109857222" sldId="256"/>
            <ac:spMk id="155" creationId="{D0DC8691-0C9E-47CC-9FA6-B7DE8C290906}"/>
          </ac:spMkLst>
        </pc:spChg>
        <pc:spChg chg="add del mod">
          <ac:chgData name="Meyer, Riesling M" userId="93fbefa7-80e7-4750-9506-1c476a581f9b" providerId="ADAL" clId="{4017349A-7549-4284-A2E6-4E328E90356D}" dt="2020-11-08T17:46:31.667" v="3494"/>
          <ac:spMkLst>
            <pc:docMk/>
            <pc:sldMk cId="109857222" sldId="256"/>
            <ac:spMk id="157" creationId="{D2F5642B-574C-40E3-9BCE-D9115724093D}"/>
          </ac:spMkLst>
        </pc:spChg>
        <pc:spChg chg="add del mod">
          <ac:chgData name="Meyer, Riesling M" userId="93fbefa7-80e7-4750-9506-1c476a581f9b" providerId="ADAL" clId="{4017349A-7549-4284-A2E6-4E328E90356D}" dt="2020-11-08T18:14:23.612" v="4032" actId="478"/>
          <ac:spMkLst>
            <pc:docMk/>
            <pc:sldMk cId="109857222" sldId="256"/>
            <ac:spMk id="158" creationId="{39F6E89B-0727-4193-8DD9-AD396483CA88}"/>
          </ac:spMkLst>
        </pc:spChg>
        <pc:spChg chg="add del mod">
          <ac:chgData name="Meyer, Riesling M" userId="93fbefa7-80e7-4750-9506-1c476a581f9b" providerId="ADAL" clId="{4017349A-7549-4284-A2E6-4E328E90356D}" dt="2020-11-08T18:14:23.612" v="4032" actId="478"/>
          <ac:spMkLst>
            <pc:docMk/>
            <pc:sldMk cId="109857222" sldId="256"/>
            <ac:spMk id="160" creationId="{D41A5354-72AC-4838-BB24-954ACDF2700D}"/>
          </ac:spMkLst>
        </pc:spChg>
        <pc:spChg chg="add del mod">
          <ac:chgData name="Meyer, Riesling M" userId="93fbefa7-80e7-4750-9506-1c476a581f9b" providerId="ADAL" clId="{4017349A-7549-4284-A2E6-4E328E90356D}" dt="2020-11-08T18:14:23.612" v="4032" actId="478"/>
          <ac:spMkLst>
            <pc:docMk/>
            <pc:sldMk cId="109857222" sldId="256"/>
            <ac:spMk id="161" creationId="{EFA7DC3C-A66E-4979-8BBF-47782649128F}"/>
          </ac:spMkLst>
        </pc:spChg>
        <pc:spChg chg="add del mod">
          <ac:chgData name="Meyer, Riesling M" userId="93fbefa7-80e7-4750-9506-1c476a581f9b" providerId="ADAL" clId="{4017349A-7549-4284-A2E6-4E328E90356D}" dt="2020-11-08T18:14:23.612" v="4032" actId="478"/>
          <ac:spMkLst>
            <pc:docMk/>
            <pc:sldMk cId="109857222" sldId="256"/>
            <ac:spMk id="163" creationId="{745E941E-B7FE-4E5D-AD54-8DDF622F31E0}"/>
          </ac:spMkLst>
        </pc:spChg>
        <pc:spChg chg="add del mod">
          <ac:chgData name="Meyer, Riesling M" userId="93fbefa7-80e7-4750-9506-1c476a581f9b" providerId="ADAL" clId="{4017349A-7549-4284-A2E6-4E328E90356D}" dt="2020-11-08T18:14:23.612" v="4032" actId="478"/>
          <ac:spMkLst>
            <pc:docMk/>
            <pc:sldMk cId="109857222" sldId="256"/>
            <ac:spMk id="164" creationId="{49722B8A-9E29-4DD1-B090-AC905371A182}"/>
          </ac:spMkLst>
        </pc:spChg>
        <pc:spChg chg="add del mod">
          <ac:chgData name="Meyer, Riesling M" userId="93fbefa7-80e7-4750-9506-1c476a581f9b" providerId="ADAL" clId="{4017349A-7549-4284-A2E6-4E328E90356D}" dt="2020-11-08T18:14:23.612" v="4032" actId="478"/>
          <ac:spMkLst>
            <pc:docMk/>
            <pc:sldMk cId="109857222" sldId="256"/>
            <ac:spMk id="165" creationId="{D78756FF-2FA3-46BC-A91F-C38F49C64E4D}"/>
          </ac:spMkLst>
        </pc:spChg>
        <pc:spChg chg="add del mod">
          <ac:chgData name="Meyer, Riesling M" userId="93fbefa7-80e7-4750-9506-1c476a581f9b" providerId="ADAL" clId="{4017349A-7549-4284-A2E6-4E328E90356D}" dt="2020-11-08T18:14:23.612" v="4032" actId="478"/>
          <ac:spMkLst>
            <pc:docMk/>
            <pc:sldMk cId="109857222" sldId="256"/>
            <ac:spMk id="166" creationId="{9164F0CD-0067-4067-885A-0928DBDAF866}"/>
          </ac:spMkLst>
        </pc:spChg>
        <pc:spChg chg="add del mod">
          <ac:chgData name="Meyer, Riesling M" userId="93fbefa7-80e7-4750-9506-1c476a581f9b" providerId="ADAL" clId="{4017349A-7549-4284-A2E6-4E328E90356D}" dt="2020-11-08T18:14:23.612" v="4032" actId="478"/>
          <ac:spMkLst>
            <pc:docMk/>
            <pc:sldMk cId="109857222" sldId="256"/>
            <ac:spMk id="168" creationId="{9A2252D2-9F04-41F7-A9D8-F8E13DD2C8D0}"/>
          </ac:spMkLst>
        </pc:spChg>
        <pc:spChg chg="add del mod">
          <ac:chgData name="Meyer, Riesling M" userId="93fbefa7-80e7-4750-9506-1c476a581f9b" providerId="ADAL" clId="{4017349A-7549-4284-A2E6-4E328E90356D}" dt="2020-11-08T18:14:23.612" v="4032" actId="478"/>
          <ac:spMkLst>
            <pc:docMk/>
            <pc:sldMk cId="109857222" sldId="256"/>
            <ac:spMk id="169" creationId="{C25A7557-BE19-4F4A-ABE6-957FF46C99B2}"/>
          </ac:spMkLst>
        </pc:spChg>
        <pc:spChg chg="add del mod">
          <ac:chgData name="Meyer, Riesling M" userId="93fbefa7-80e7-4750-9506-1c476a581f9b" providerId="ADAL" clId="{4017349A-7549-4284-A2E6-4E328E90356D}" dt="2020-11-08T18:14:23.612" v="4032" actId="478"/>
          <ac:spMkLst>
            <pc:docMk/>
            <pc:sldMk cId="109857222" sldId="256"/>
            <ac:spMk id="170" creationId="{BC7CB3BC-0633-457E-84A3-05EE5A0AB8F4}"/>
          </ac:spMkLst>
        </pc:spChg>
        <pc:spChg chg="add del mod">
          <ac:chgData name="Meyer, Riesling M" userId="93fbefa7-80e7-4750-9506-1c476a581f9b" providerId="ADAL" clId="{4017349A-7549-4284-A2E6-4E328E90356D}" dt="2020-11-08T18:14:23.612" v="4032" actId="478"/>
          <ac:spMkLst>
            <pc:docMk/>
            <pc:sldMk cId="109857222" sldId="256"/>
            <ac:spMk id="171" creationId="{37B7D589-33C6-427F-96E9-176BDB3C47D7}"/>
          </ac:spMkLst>
        </pc:spChg>
        <pc:spChg chg="add del">
          <ac:chgData name="Meyer, Riesling M" userId="93fbefa7-80e7-4750-9506-1c476a581f9b" providerId="ADAL" clId="{4017349A-7549-4284-A2E6-4E328E90356D}" dt="2020-11-15T20:59:58.152" v="8094" actId="22"/>
          <ac:spMkLst>
            <pc:docMk/>
            <pc:sldMk cId="109857222" sldId="256"/>
            <ac:spMk id="171" creationId="{A838130C-3E7A-414E-81E3-62D5135DA58D}"/>
          </ac:spMkLst>
        </pc:spChg>
        <pc:spChg chg="add mod">
          <ac:chgData name="Meyer, Riesling M" userId="93fbefa7-80e7-4750-9506-1c476a581f9b" providerId="ADAL" clId="{4017349A-7549-4284-A2E6-4E328E90356D}" dt="2020-11-17T01:43:29.869" v="11364" actId="1076"/>
          <ac:spMkLst>
            <pc:docMk/>
            <pc:sldMk cId="109857222" sldId="256"/>
            <ac:spMk id="173" creationId="{A37B587B-ACA5-48C2-9792-119D1057AC5A}"/>
          </ac:spMkLst>
        </pc:spChg>
        <pc:spChg chg="add del mod">
          <ac:chgData name="Meyer, Riesling M" userId="93fbefa7-80e7-4750-9506-1c476a581f9b" providerId="ADAL" clId="{4017349A-7549-4284-A2E6-4E328E90356D}" dt="2020-11-08T18:14:23.612" v="4032" actId="478"/>
          <ac:spMkLst>
            <pc:docMk/>
            <pc:sldMk cId="109857222" sldId="256"/>
            <ac:spMk id="173" creationId="{ACB8803B-0793-4151-B83C-DE78535D5F4F}"/>
          </ac:spMkLst>
        </pc:spChg>
        <pc:spChg chg="add del mod">
          <ac:chgData name="Meyer, Riesling M" userId="93fbefa7-80e7-4750-9506-1c476a581f9b" providerId="ADAL" clId="{4017349A-7549-4284-A2E6-4E328E90356D}" dt="2020-11-08T18:14:23.612" v="4032" actId="478"/>
          <ac:spMkLst>
            <pc:docMk/>
            <pc:sldMk cId="109857222" sldId="256"/>
            <ac:spMk id="175" creationId="{8EADFE29-A1EA-41FA-A195-2C0B60BB547D}"/>
          </ac:spMkLst>
        </pc:spChg>
        <pc:spChg chg="add del mod">
          <ac:chgData name="Meyer, Riesling M" userId="93fbefa7-80e7-4750-9506-1c476a581f9b" providerId="ADAL" clId="{4017349A-7549-4284-A2E6-4E328E90356D}" dt="2020-11-08T18:14:23.612" v="4032" actId="478"/>
          <ac:spMkLst>
            <pc:docMk/>
            <pc:sldMk cId="109857222" sldId="256"/>
            <ac:spMk id="176" creationId="{03C93ECA-E459-4648-8832-59429173801B}"/>
          </ac:spMkLst>
        </pc:spChg>
        <pc:spChg chg="add del mod">
          <ac:chgData name="Meyer, Riesling M" userId="93fbefa7-80e7-4750-9506-1c476a581f9b" providerId="ADAL" clId="{4017349A-7549-4284-A2E6-4E328E90356D}" dt="2020-11-08T18:14:23.612" v="4032" actId="478"/>
          <ac:spMkLst>
            <pc:docMk/>
            <pc:sldMk cId="109857222" sldId="256"/>
            <ac:spMk id="178" creationId="{E3FC26AB-6DAE-4815-AE44-8FA6398CB0CD}"/>
          </ac:spMkLst>
        </pc:spChg>
        <pc:spChg chg="add del mod">
          <ac:chgData name="Meyer, Riesling M" userId="93fbefa7-80e7-4750-9506-1c476a581f9b" providerId="ADAL" clId="{4017349A-7549-4284-A2E6-4E328E90356D}" dt="2020-11-08T18:14:23.612" v="4032" actId="478"/>
          <ac:spMkLst>
            <pc:docMk/>
            <pc:sldMk cId="109857222" sldId="256"/>
            <ac:spMk id="179" creationId="{A3F59143-3C06-439C-B9E6-8E64140F10BD}"/>
          </ac:spMkLst>
        </pc:spChg>
        <pc:spChg chg="add del mod">
          <ac:chgData name="Meyer, Riesling M" userId="93fbefa7-80e7-4750-9506-1c476a581f9b" providerId="ADAL" clId="{4017349A-7549-4284-A2E6-4E328E90356D}" dt="2020-11-08T18:14:23.612" v="4032" actId="478"/>
          <ac:spMkLst>
            <pc:docMk/>
            <pc:sldMk cId="109857222" sldId="256"/>
            <ac:spMk id="182" creationId="{E547E5F1-0C7E-42E6-A79C-1D0BB1C783E5}"/>
          </ac:spMkLst>
        </pc:spChg>
        <pc:spChg chg="add del mod">
          <ac:chgData name="Meyer, Riesling M" userId="93fbefa7-80e7-4750-9506-1c476a581f9b" providerId="ADAL" clId="{4017349A-7549-4284-A2E6-4E328E90356D}" dt="2020-11-08T18:14:23.612" v="4032" actId="478"/>
          <ac:spMkLst>
            <pc:docMk/>
            <pc:sldMk cId="109857222" sldId="256"/>
            <ac:spMk id="183" creationId="{3C847EE5-06C5-4570-9EA5-F74C95B41AA7}"/>
          </ac:spMkLst>
        </pc:spChg>
        <pc:spChg chg="add del mod">
          <ac:chgData name="Meyer, Riesling M" userId="93fbefa7-80e7-4750-9506-1c476a581f9b" providerId="ADAL" clId="{4017349A-7549-4284-A2E6-4E328E90356D}" dt="2020-11-08T18:14:23.612" v="4032" actId="478"/>
          <ac:spMkLst>
            <pc:docMk/>
            <pc:sldMk cId="109857222" sldId="256"/>
            <ac:spMk id="185" creationId="{4187A53B-0D39-4D51-AF13-5178CC6EDB34}"/>
          </ac:spMkLst>
        </pc:spChg>
        <pc:spChg chg="add del mod">
          <ac:chgData name="Meyer, Riesling M" userId="93fbefa7-80e7-4750-9506-1c476a581f9b" providerId="ADAL" clId="{4017349A-7549-4284-A2E6-4E328E90356D}" dt="2020-11-08T18:14:26.517" v="4033" actId="478"/>
          <ac:spMkLst>
            <pc:docMk/>
            <pc:sldMk cId="109857222" sldId="256"/>
            <ac:spMk id="186" creationId="{0F85BC27-1D93-4F86-8B3F-1F24E489C040}"/>
          </ac:spMkLst>
        </pc:spChg>
        <pc:spChg chg="add del mod">
          <ac:chgData name="Meyer, Riesling M" userId="93fbefa7-80e7-4750-9506-1c476a581f9b" providerId="ADAL" clId="{4017349A-7549-4284-A2E6-4E328E90356D}" dt="2020-11-08T18:14:23.612" v="4032" actId="478"/>
          <ac:spMkLst>
            <pc:docMk/>
            <pc:sldMk cId="109857222" sldId="256"/>
            <ac:spMk id="188" creationId="{4777C11D-1D36-4209-98B6-D8B012F96E6E}"/>
          </ac:spMkLst>
        </pc:spChg>
        <pc:spChg chg="add del mod">
          <ac:chgData name="Meyer, Riesling M" userId="93fbefa7-80e7-4750-9506-1c476a581f9b" providerId="ADAL" clId="{4017349A-7549-4284-A2E6-4E328E90356D}" dt="2020-11-08T18:14:23.612" v="4032" actId="478"/>
          <ac:spMkLst>
            <pc:docMk/>
            <pc:sldMk cId="109857222" sldId="256"/>
            <ac:spMk id="189" creationId="{27F5371B-E10C-4062-B5DB-0D5C14121FD4}"/>
          </ac:spMkLst>
        </pc:spChg>
        <pc:spChg chg="add del mod">
          <ac:chgData name="Meyer, Riesling M" userId="93fbefa7-80e7-4750-9506-1c476a581f9b" providerId="ADAL" clId="{4017349A-7549-4284-A2E6-4E328E90356D}" dt="2020-11-08T18:14:23.612" v="4032" actId="478"/>
          <ac:spMkLst>
            <pc:docMk/>
            <pc:sldMk cId="109857222" sldId="256"/>
            <ac:spMk id="190" creationId="{8729DEDA-966E-4686-98BF-ABA964E3D09B}"/>
          </ac:spMkLst>
        </pc:spChg>
        <pc:spChg chg="add del mod">
          <ac:chgData name="Meyer, Riesling M" userId="93fbefa7-80e7-4750-9506-1c476a581f9b" providerId="ADAL" clId="{4017349A-7549-4284-A2E6-4E328E90356D}" dt="2020-11-08T18:14:26.517" v="4033" actId="478"/>
          <ac:spMkLst>
            <pc:docMk/>
            <pc:sldMk cId="109857222" sldId="256"/>
            <ac:spMk id="192" creationId="{79745525-F5B1-4CC8-8667-D551B7D0EFD3}"/>
          </ac:spMkLst>
        </pc:spChg>
        <pc:spChg chg="add del mod">
          <ac:chgData name="Meyer, Riesling M" userId="93fbefa7-80e7-4750-9506-1c476a581f9b" providerId="ADAL" clId="{4017349A-7549-4284-A2E6-4E328E90356D}" dt="2020-11-08T18:14:23.612" v="4032" actId="478"/>
          <ac:spMkLst>
            <pc:docMk/>
            <pc:sldMk cId="109857222" sldId="256"/>
            <ac:spMk id="194" creationId="{4477F807-91FD-47EE-AA92-618635AEF0EE}"/>
          </ac:spMkLst>
        </pc:spChg>
        <pc:spChg chg="add del mod">
          <ac:chgData name="Meyer, Riesling M" userId="93fbefa7-80e7-4750-9506-1c476a581f9b" providerId="ADAL" clId="{4017349A-7549-4284-A2E6-4E328E90356D}" dt="2020-11-08T18:14:23.612" v="4032" actId="478"/>
          <ac:spMkLst>
            <pc:docMk/>
            <pc:sldMk cId="109857222" sldId="256"/>
            <ac:spMk id="195" creationId="{7FDBFCBE-D63E-4DA0-9511-F27771EE32A4}"/>
          </ac:spMkLst>
        </pc:spChg>
        <pc:spChg chg="add del mod">
          <ac:chgData name="Meyer, Riesling M" userId="93fbefa7-80e7-4750-9506-1c476a581f9b" providerId="ADAL" clId="{4017349A-7549-4284-A2E6-4E328E90356D}" dt="2020-11-08T18:14:23.612" v="4032" actId="478"/>
          <ac:spMkLst>
            <pc:docMk/>
            <pc:sldMk cId="109857222" sldId="256"/>
            <ac:spMk id="197" creationId="{B756F9CE-85B9-4FB9-8A57-E7C1556823BC}"/>
          </ac:spMkLst>
        </pc:spChg>
        <pc:spChg chg="add del mod">
          <ac:chgData name="Meyer, Riesling M" userId="93fbefa7-80e7-4750-9506-1c476a581f9b" providerId="ADAL" clId="{4017349A-7549-4284-A2E6-4E328E90356D}" dt="2020-11-08T17:48:38.178" v="3513" actId="22"/>
          <ac:spMkLst>
            <pc:docMk/>
            <pc:sldMk cId="109857222" sldId="256"/>
            <ac:spMk id="212" creationId="{CC76503A-F877-44C3-A225-D5ED6112A767}"/>
          </ac:spMkLst>
        </pc:spChg>
        <pc:spChg chg="add mod topLvl">
          <ac:chgData name="Meyer, Riesling M" userId="93fbefa7-80e7-4750-9506-1c476a581f9b" providerId="ADAL" clId="{4017349A-7549-4284-A2E6-4E328E90356D}" dt="2020-11-17T00:41:43.064" v="9955" actId="123"/>
          <ac:spMkLst>
            <pc:docMk/>
            <pc:sldMk cId="109857222" sldId="256"/>
            <ac:spMk id="214" creationId="{7818012C-863D-4F32-95C1-1A8924DA372B}"/>
          </ac:spMkLst>
        </pc:spChg>
        <pc:spChg chg="add mod topLvl">
          <ac:chgData name="Meyer, Riesling M" userId="93fbefa7-80e7-4750-9506-1c476a581f9b" providerId="ADAL" clId="{4017349A-7549-4284-A2E6-4E328E90356D}" dt="2020-11-17T00:41:43.064" v="9955" actId="123"/>
          <ac:spMkLst>
            <pc:docMk/>
            <pc:sldMk cId="109857222" sldId="256"/>
            <ac:spMk id="216" creationId="{57525508-9563-4458-AEB2-EB0DA8EBE6C2}"/>
          </ac:spMkLst>
        </pc:spChg>
        <pc:spChg chg="add del mod">
          <ac:chgData name="Meyer, Riesling M" userId="93fbefa7-80e7-4750-9506-1c476a581f9b" providerId="ADAL" clId="{4017349A-7549-4284-A2E6-4E328E90356D}" dt="2020-11-08T17:57:44.342" v="3606" actId="478"/>
          <ac:spMkLst>
            <pc:docMk/>
            <pc:sldMk cId="109857222" sldId="256"/>
            <ac:spMk id="218" creationId="{B4143F2C-76A9-4A39-8B7E-AA2A013F03B2}"/>
          </ac:spMkLst>
        </pc:spChg>
        <pc:spChg chg="add mod topLvl">
          <ac:chgData name="Meyer, Riesling M" userId="93fbefa7-80e7-4750-9506-1c476a581f9b" providerId="ADAL" clId="{4017349A-7549-4284-A2E6-4E328E90356D}" dt="2020-11-17T00:41:43.064" v="9955" actId="123"/>
          <ac:spMkLst>
            <pc:docMk/>
            <pc:sldMk cId="109857222" sldId="256"/>
            <ac:spMk id="219" creationId="{8009F2B2-16F0-46BD-8DCD-9F9A5B7B7736}"/>
          </ac:spMkLst>
        </pc:spChg>
        <pc:spChg chg="add mod topLvl">
          <ac:chgData name="Meyer, Riesling M" userId="93fbefa7-80e7-4750-9506-1c476a581f9b" providerId="ADAL" clId="{4017349A-7549-4284-A2E6-4E328E90356D}" dt="2020-11-17T00:41:43.064" v="9955" actId="123"/>
          <ac:spMkLst>
            <pc:docMk/>
            <pc:sldMk cId="109857222" sldId="256"/>
            <ac:spMk id="221" creationId="{B8F66939-4478-4B63-A5E9-127AC26A9A10}"/>
          </ac:spMkLst>
        </pc:spChg>
        <pc:spChg chg="add mod">
          <ac:chgData name="Meyer, Riesling M" userId="93fbefa7-80e7-4750-9506-1c476a581f9b" providerId="ADAL" clId="{4017349A-7549-4284-A2E6-4E328E90356D}" dt="2020-11-17T00:41:43.064" v="9955" actId="123"/>
          <ac:spMkLst>
            <pc:docMk/>
            <pc:sldMk cId="109857222" sldId="256"/>
            <ac:spMk id="222" creationId="{17DBA876-EAB0-49C4-B5E4-764638BA0585}"/>
          </ac:spMkLst>
        </pc:spChg>
        <pc:spChg chg="add mod ord">
          <ac:chgData name="Meyer, Riesling M" userId="93fbefa7-80e7-4750-9506-1c476a581f9b" providerId="ADAL" clId="{4017349A-7549-4284-A2E6-4E328E90356D}" dt="2020-11-17T00:41:43.064" v="9955" actId="123"/>
          <ac:spMkLst>
            <pc:docMk/>
            <pc:sldMk cId="109857222" sldId="256"/>
            <ac:spMk id="223" creationId="{4C10A087-0991-4370-A873-8CD9FA0A5433}"/>
          </ac:spMkLst>
        </pc:spChg>
        <pc:spChg chg="add del mod">
          <ac:chgData name="Meyer, Riesling M" userId="93fbefa7-80e7-4750-9506-1c476a581f9b" providerId="ADAL" clId="{4017349A-7549-4284-A2E6-4E328E90356D}" dt="2020-11-08T18:02:09.222" v="3795" actId="478"/>
          <ac:spMkLst>
            <pc:docMk/>
            <pc:sldMk cId="109857222" sldId="256"/>
            <ac:spMk id="225" creationId="{E6C68CD0-5958-46EE-BE80-DBBC7134FEAB}"/>
          </ac:spMkLst>
        </pc:spChg>
        <pc:spChg chg="add del mod">
          <ac:chgData name="Meyer, Riesling M" userId="93fbefa7-80e7-4750-9506-1c476a581f9b" providerId="ADAL" clId="{4017349A-7549-4284-A2E6-4E328E90356D}" dt="2020-11-08T18:02:08.333" v="3794" actId="478"/>
          <ac:spMkLst>
            <pc:docMk/>
            <pc:sldMk cId="109857222" sldId="256"/>
            <ac:spMk id="227" creationId="{9616EE31-DA55-4711-91A8-475AA582CF04}"/>
          </ac:spMkLst>
        </pc:spChg>
        <pc:spChg chg="mod">
          <ac:chgData name="Meyer, Riesling M" userId="93fbefa7-80e7-4750-9506-1c476a581f9b" providerId="ADAL" clId="{4017349A-7549-4284-A2E6-4E328E90356D}" dt="2020-11-17T00:41:43.064" v="9955" actId="123"/>
          <ac:spMkLst>
            <pc:docMk/>
            <pc:sldMk cId="109857222" sldId="256"/>
            <ac:spMk id="230" creationId="{B47ACCE2-2821-4D25-A653-6D42848C9180}"/>
          </ac:spMkLst>
        </pc:spChg>
        <pc:spChg chg="mod">
          <ac:chgData name="Meyer, Riesling M" userId="93fbefa7-80e7-4750-9506-1c476a581f9b" providerId="ADAL" clId="{4017349A-7549-4284-A2E6-4E328E90356D}" dt="2020-11-17T00:41:43.064" v="9955" actId="123"/>
          <ac:spMkLst>
            <pc:docMk/>
            <pc:sldMk cId="109857222" sldId="256"/>
            <ac:spMk id="231" creationId="{4B49D898-0BF0-4699-AFAA-D9C258AC441E}"/>
          </ac:spMkLst>
        </pc:spChg>
        <pc:spChg chg="add mod topLvl">
          <ac:chgData name="Meyer, Riesling M" userId="93fbefa7-80e7-4750-9506-1c476a581f9b" providerId="ADAL" clId="{4017349A-7549-4284-A2E6-4E328E90356D}" dt="2020-11-17T01:41:03.801" v="11279" actId="20577"/>
          <ac:spMkLst>
            <pc:docMk/>
            <pc:sldMk cId="109857222" sldId="256"/>
            <ac:spMk id="233" creationId="{2AED2E96-ECD0-4B0E-8CF1-519C512C2DC1}"/>
          </ac:spMkLst>
        </pc:spChg>
        <pc:spChg chg="add mod topLvl">
          <ac:chgData name="Meyer, Riesling M" userId="93fbefa7-80e7-4750-9506-1c476a581f9b" providerId="ADAL" clId="{4017349A-7549-4284-A2E6-4E328E90356D}" dt="2020-11-17T01:40:58.979" v="11273" actId="20577"/>
          <ac:spMkLst>
            <pc:docMk/>
            <pc:sldMk cId="109857222" sldId="256"/>
            <ac:spMk id="242" creationId="{1E52EC6A-B3B9-43E9-B7D8-36AE72202F8E}"/>
          </ac:spMkLst>
        </pc:spChg>
        <pc:spChg chg="add mod">
          <ac:chgData name="Meyer, Riesling M" userId="93fbefa7-80e7-4750-9506-1c476a581f9b" providerId="ADAL" clId="{4017349A-7549-4284-A2E6-4E328E90356D}" dt="2020-11-17T00:41:38.978" v="9954" actId="123"/>
          <ac:spMkLst>
            <pc:docMk/>
            <pc:sldMk cId="109857222" sldId="256"/>
            <ac:spMk id="243" creationId="{9F07FFC3-6CA9-4FAB-999F-C7A345BD46C8}"/>
          </ac:spMkLst>
        </pc:spChg>
        <pc:spChg chg="add mod topLvl">
          <ac:chgData name="Meyer, Riesling M" userId="93fbefa7-80e7-4750-9506-1c476a581f9b" providerId="ADAL" clId="{4017349A-7549-4284-A2E6-4E328E90356D}" dt="2020-11-17T01:41:01.176" v="11276" actId="20577"/>
          <ac:spMkLst>
            <pc:docMk/>
            <pc:sldMk cId="109857222" sldId="256"/>
            <ac:spMk id="244" creationId="{D1467471-D85D-4CDC-B354-61BA695078D5}"/>
          </ac:spMkLst>
        </pc:spChg>
        <pc:spChg chg="add mod">
          <ac:chgData name="Meyer, Riesling M" userId="93fbefa7-80e7-4750-9506-1c476a581f9b" providerId="ADAL" clId="{4017349A-7549-4284-A2E6-4E328E90356D}" dt="2020-11-17T01:43:37.599" v="11366" actId="1076"/>
          <ac:spMkLst>
            <pc:docMk/>
            <pc:sldMk cId="109857222" sldId="256"/>
            <ac:spMk id="247" creationId="{5FE57E8C-1112-44BC-9520-279117D7BCF8}"/>
          </ac:spMkLst>
        </pc:spChg>
        <pc:spChg chg="add del mod topLvl">
          <ac:chgData name="Meyer, Riesling M" userId="93fbefa7-80e7-4750-9506-1c476a581f9b" providerId="ADAL" clId="{4017349A-7549-4284-A2E6-4E328E90356D}" dt="2020-11-17T00:41:43.064" v="9955" actId="123"/>
          <ac:spMkLst>
            <pc:docMk/>
            <pc:sldMk cId="109857222" sldId="256"/>
            <ac:spMk id="256" creationId="{F1CBD900-F9DB-4FE3-8C40-DF38654092AA}"/>
          </ac:spMkLst>
        </pc:spChg>
        <pc:spChg chg="add mod topLvl">
          <ac:chgData name="Meyer, Riesling M" userId="93fbefa7-80e7-4750-9506-1c476a581f9b" providerId="ADAL" clId="{4017349A-7549-4284-A2E6-4E328E90356D}" dt="2020-11-17T00:41:43.064" v="9955" actId="123"/>
          <ac:spMkLst>
            <pc:docMk/>
            <pc:sldMk cId="109857222" sldId="256"/>
            <ac:spMk id="299" creationId="{DB390960-716B-44FA-B5AC-1F4F75B5C1C4}"/>
          </ac:spMkLst>
        </pc:spChg>
        <pc:spChg chg="add mod topLvl">
          <ac:chgData name="Meyer, Riesling M" userId="93fbefa7-80e7-4750-9506-1c476a581f9b" providerId="ADAL" clId="{4017349A-7549-4284-A2E6-4E328E90356D}" dt="2020-11-17T00:41:43.064" v="9955" actId="123"/>
          <ac:spMkLst>
            <pc:docMk/>
            <pc:sldMk cId="109857222" sldId="256"/>
            <ac:spMk id="301" creationId="{4D217F0B-6CCA-4A97-83D1-D74E4D48351F}"/>
          </ac:spMkLst>
        </pc:spChg>
        <pc:spChg chg="add mod topLvl">
          <ac:chgData name="Meyer, Riesling M" userId="93fbefa7-80e7-4750-9506-1c476a581f9b" providerId="ADAL" clId="{4017349A-7549-4284-A2E6-4E328E90356D}" dt="2020-11-17T00:41:43.064" v="9955" actId="123"/>
          <ac:spMkLst>
            <pc:docMk/>
            <pc:sldMk cId="109857222" sldId="256"/>
            <ac:spMk id="303" creationId="{09D1AD1A-1D48-4A1E-87B8-E8148A4FE4C9}"/>
          </ac:spMkLst>
        </pc:spChg>
        <pc:spChg chg="add del">
          <ac:chgData name="Meyer, Riesling M" userId="93fbefa7-80e7-4750-9506-1c476a581f9b" providerId="ADAL" clId="{4017349A-7549-4284-A2E6-4E328E90356D}" dt="2020-11-08T18:28:32.325" v="4288" actId="22"/>
          <ac:spMkLst>
            <pc:docMk/>
            <pc:sldMk cId="109857222" sldId="256"/>
            <ac:spMk id="316" creationId="{BFE4BCD1-09C3-4F1E-89B0-453E5FD3BE09}"/>
          </ac:spMkLst>
        </pc:spChg>
        <pc:spChg chg="add mod">
          <ac:chgData name="Meyer, Riesling M" userId="93fbefa7-80e7-4750-9506-1c476a581f9b" providerId="ADAL" clId="{4017349A-7549-4284-A2E6-4E328E90356D}" dt="2020-11-17T01:40:43.808" v="11264" actId="20577"/>
          <ac:spMkLst>
            <pc:docMk/>
            <pc:sldMk cId="109857222" sldId="256"/>
            <ac:spMk id="318" creationId="{3A2EC8D8-8FE1-4D7F-8395-B0AD656183F0}"/>
          </ac:spMkLst>
        </pc:spChg>
        <pc:spChg chg="add mod">
          <ac:chgData name="Meyer, Riesling M" userId="93fbefa7-80e7-4750-9506-1c476a581f9b" providerId="ADAL" clId="{4017349A-7549-4284-A2E6-4E328E90356D}" dt="2020-11-17T01:50:58.074" v="11378" actId="20577"/>
          <ac:spMkLst>
            <pc:docMk/>
            <pc:sldMk cId="109857222" sldId="256"/>
            <ac:spMk id="320" creationId="{60D36F8F-63A3-4AF8-9FE8-4C9AB8C07269}"/>
          </ac:spMkLst>
        </pc:spChg>
        <pc:spChg chg="add mod topLvl">
          <ac:chgData name="Meyer, Riesling M" userId="93fbefa7-80e7-4750-9506-1c476a581f9b" providerId="ADAL" clId="{4017349A-7549-4284-A2E6-4E328E90356D}" dt="2020-11-16T22:47:35.952" v="9461" actId="164"/>
          <ac:spMkLst>
            <pc:docMk/>
            <pc:sldMk cId="109857222" sldId="256"/>
            <ac:spMk id="322" creationId="{0A06DA49-6FFA-4697-B6AC-9C76E34B8587}"/>
          </ac:spMkLst>
        </pc:spChg>
        <pc:spChg chg="add del mod">
          <ac:chgData name="Meyer, Riesling M" userId="93fbefa7-80e7-4750-9506-1c476a581f9b" providerId="ADAL" clId="{4017349A-7549-4284-A2E6-4E328E90356D}" dt="2020-11-08T18:42:44.559" v="4604" actId="22"/>
          <ac:spMkLst>
            <pc:docMk/>
            <pc:sldMk cId="109857222" sldId="256"/>
            <ac:spMk id="325" creationId="{16BEBDE4-1DFF-49C8-9F3C-21550503D294}"/>
          </ac:spMkLst>
        </pc:spChg>
        <pc:spChg chg="add mod topLvl">
          <ac:chgData name="Meyer, Riesling M" userId="93fbefa7-80e7-4750-9506-1c476a581f9b" providerId="ADAL" clId="{4017349A-7549-4284-A2E6-4E328E90356D}" dt="2020-11-16T22:47:35.952" v="9461" actId="164"/>
          <ac:spMkLst>
            <pc:docMk/>
            <pc:sldMk cId="109857222" sldId="256"/>
            <ac:spMk id="327" creationId="{6D5E4973-AF70-497D-8D2A-DF193F0B1864}"/>
          </ac:spMkLst>
        </pc:spChg>
        <pc:spChg chg="add mod topLvl">
          <ac:chgData name="Meyer, Riesling M" userId="93fbefa7-80e7-4750-9506-1c476a581f9b" providerId="ADAL" clId="{4017349A-7549-4284-A2E6-4E328E90356D}" dt="2020-11-16T22:47:35.952" v="9461" actId="164"/>
          <ac:spMkLst>
            <pc:docMk/>
            <pc:sldMk cId="109857222" sldId="256"/>
            <ac:spMk id="329" creationId="{A764E9DC-27CC-4AAD-89B2-C43485F76C7A}"/>
          </ac:spMkLst>
        </pc:spChg>
        <pc:spChg chg="add mod topLvl">
          <ac:chgData name="Meyer, Riesling M" userId="93fbefa7-80e7-4750-9506-1c476a581f9b" providerId="ADAL" clId="{4017349A-7549-4284-A2E6-4E328E90356D}" dt="2020-11-16T22:47:35.952" v="9461" actId="164"/>
          <ac:spMkLst>
            <pc:docMk/>
            <pc:sldMk cId="109857222" sldId="256"/>
            <ac:spMk id="330" creationId="{EA791B9D-3586-4E14-BC11-6F1DA9AC08CD}"/>
          </ac:spMkLst>
        </pc:spChg>
        <pc:spChg chg="add mod topLvl">
          <ac:chgData name="Meyer, Riesling M" userId="93fbefa7-80e7-4750-9506-1c476a581f9b" providerId="ADAL" clId="{4017349A-7549-4284-A2E6-4E328E90356D}" dt="2020-11-16T22:47:35.952" v="9461" actId="164"/>
          <ac:spMkLst>
            <pc:docMk/>
            <pc:sldMk cId="109857222" sldId="256"/>
            <ac:spMk id="332" creationId="{4F30BA34-949A-48F8-ADE4-F7FAC4D7DF9F}"/>
          </ac:spMkLst>
        </pc:spChg>
        <pc:spChg chg="add mod topLvl">
          <ac:chgData name="Meyer, Riesling M" userId="93fbefa7-80e7-4750-9506-1c476a581f9b" providerId="ADAL" clId="{4017349A-7549-4284-A2E6-4E328E90356D}" dt="2020-11-16T22:47:35.952" v="9461" actId="164"/>
          <ac:spMkLst>
            <pc:docMk/>
            <pc:sldMk cId="109857222" sldId="256"/>
            <ac:spMk id="334" creationId="{0A788AFC-4B2D-45E5-B692-3D26ADDB4201}"/>
          </ac:spMkLst>
        </pc:spChg>
        <pc:spChg chg="add del">
          <ac:chgData name="Meyer, Riesling M" userId="93fbefa7-80e7-4750-9506-1c476a581f9b" providerId="ADAL" clId="{4017349A-7549-4284-A2E6-4E328E90356D}" dt="2020-11-08T18:48:43.736" v="4789" actId="478"/>
          <ac:spMkLst>
            <pc:docMk/>
            <pc:sldMk cId="109857222" sldId="256"/>
            <ac:spMk id="350" creationId="{728A7C48-D015-4587-A1BC-B77699124A23}"/>
          </ac:spMkLst>
        </pc:spChg>
        <pc:spChg chg="add mod topLvl">
          <ac:chgData name="Meyer, Riesling M" userId="93fbefa7-80e7-4750-9506-1c476a581f9b" providerId="ADAL" clId="{4017349A-7549-4284-A2E6-4E328E90356D}" dt="2020-11-16T22:47:35.952" v="9461" actId="164"/>
          <ac:spMkLst>
            <pc:docMk/>
            <pc:sldMk cId="109857222" sldId="256"/>
            <ac:spMk id="352" creationId="{69BBBDA7-5CF8-40C4-A00D-C625EE418802}"/>
          </ac:spMkLst>
        </pc:spChg>
        <pc:spChg chg="add mod topLvl">
          <ac:chgData name="Meyer, Riesling M" userId="93fbefa7-80e7-4750-9506-1c476a581f9b" providerId="ADAL" clId="{4017349A-7549-4284-A2E6-4E328E90356D}" dt="2020-11-16T22:47:35.952" v="9461" actId="164"/>
          <ac:spMkLst>
            <pc:docMk/>
            <pc:sldMk cId="109857222" sldId="256"/>
            <ac:spMk id="353" creationId="{A5C090A5-D9DF-4A64-AD04-F2570A826ED6}"/>
          </ac:spMkLst>
        </pc:spChg>
        <pc:spChg chg="add mod topLvl">
          <ac:chgData name="Meyer, Riesling M" userId="93fbefa7-80e7-4750-9506-1c476a581f9b" providerId="ADAL" clId="{4017349A-7549-4284-A2E6-4E328E90356D}" dt="2020-11-16T22:47:35.952" v="9461" actId="164"/>
          <ac:spMkLst>
            <pc:docMk/>
            <pc:sldMk cId="109857222" sldId="256"/>
            <ac:spMk id="355" creationId="{F9BB082D-97FC-4315-913E-DBEC43B00445}"/>
          </ac:spMkLst>
        </pc:spChg>
        <pc:spChg chg="add del mod">
          <ac:chgData name="Meyer, Riesling M" userId="93fbefa7-80e7-4750-9506-1c476a581f9b" providerId="ADAL" clId="{4017349A-7549-4284-A2E6-4E328E90356D}" dt="2020-11-16T22:45:09.034" v="9435" actId="478"/>
          <ac:spMkLst>
            <pc:docMk/>
            <pc:sldMk cId="109857222" sldId="256"/>
            <ac:spMk id="357" creationId="{15182E85-7DA5-43DD-BB3E-7551C4991FDE}"/>
          </ac:spMkLst>
        </pc:spChg>
        <pc:spChg chg="add mod topLvl">
          <ac:chgData name="Meyer, Riesling M" userId="93fbefa7-80e7-4750-9506-1c476a581f9b" providerId="ADAL" clId="{4017349A-7549-4284-A2E6-4E328E90356D}" dt="2020-11-16T22:47:35.952" v="9461" actId="164"/>
          <ac:spMkLst>
            <pc:docMk/>
            <pc:sldMk cId="109857222" sldId="256"/>
            <ac:spMk id="359" creationId="{2953B638-9719-42E7-AD7D-A6399CE2C706}"/>
          </ac:spMkLst>
        </pc:spChg>
        <pc:spChg chg="add mod topLvl">
          <ac:chgData name="Meyer, Riesling M" userId="93fbefa7-80e7-4750-9506-1c476a581f9b" providerId="ADAL" clId="{4017349A-7549-4284-A2E6-4E328E90356D}" dt="2020-11-16T22:47:35.952" v="9461" actId="164"/>
          <ac:spMkLst>
            <pc:docMk/>
            <pc:sldMk cId="109857222" sldId="256"/>
            <ac:spMk id="361" creationId="{F9048151-D03C-4EE1-832B-8D2E8E278356}"/>
          </ac:spMkLst>
        </pc:spChg>
        <pc:spChg chg="add mod topLvl">
          <ac:chgData name="Meyer, Riesling M" userId="93fbefa7-80e7-4750-9506-1c476a581f9b" providerId="ADAL" clId="{4017349A-7549-4284-A2E6-4E328E90356D}" dt="2020-11-16T22:47:35.952" v="9461" actId="164"/>
          <ac:spMkLst>
            <pc:docMk/>
            <pc:sldMk cId="109857222" sldId="256"/>
            <ac:spMk id="389" creationId="{A0EF71E6-68E8-4FCF-BEC4-3DE7DC890C25}"/>
          </ac:spMkLst>
        </pc:spChg>
        <pc:spChg chg="add mod">
          <ac:chgData name="Meyer, Riesling M" userId="93fbefa7-80e7-4750-9506-1c476a581f9b" providerId="ADAL" clId="{4017349A-7549-4284-A2E6-4E328E90356D}" dt="2020-11-17T01:49:51.429" v="11367" actId="27107"/>
          <ac:spMkLst>
            <pc:docMk/>
            <pc:sldMk cId="109857222" sldId="256"/>
            <ac:spMk id="392" creationId="{FC61A4AD-E12A-4219-ABC0-136185503ADE}"/>
          </ac:spMkLst>
        </pc:spChg>
        <pc:spChg chg="add del mod">
          <ac:chgData name="Meyer, Riesling M" userId="93fbefa7-80e7-4750-9506-1c476a581f9b" providerId="ADAL" clId="{4017349A-7549-4284-A2E6-4E328E90356D}" dt="2020-11-15T18:42:40.543" v="7437" actId="478"/>
          <ac:spMkLst>
            <pc:docMk/>
            <pc:sldMk cId="109857222" sldId="256"/>
            <ac:spMk id="393" creationId="{8428544B-88DB-458B-A903-E4E9E538BFE2}"/>
          </ac:spMkLst>
        </pc:spChg>
        <pc:spChg chg="add del mod">
          <ac:chgData name="Meyer, Riesling M" userId="93fbefa7-80e7-4750-9506-1c476a581f9b" providerId="ADAL" clId="{4017349A-7549-4284-A2E6-4E328E90356D}" dt="2020-11-15T18:42:39.915" v="7436" actId="478"/>
          <ac:spMkLst>
            <pc:docMk/>
            <pc:sldMk cId="109857222" sldId="256"/>
            <ac:spMk id="395" creationId="{351E9B4B-83B6-4448-80FA-5C7038015FB3}"/>
          </ac:spMkLst>
        </pc:spChg>
        <pc:spChg chg="add del mod">
          <ac:chgData name="Meyer, Riesling M" userId="93fbefa7-80e7-4750-9506-1c476a581f9b" providerId="ADAL" clId="{4017349A-7549-4284-A2E6-4E328E90356D}" dt="2020-11-15T18:42:39.490" v="7435" actId="478"/>
          <ac:spMkLst>
            <pc:docMk/>
            <pc:sldMk cId="109857222" sldId="256"/>
            <ac:spMk id="397" creationId="{6FFB8EFD-9F0F-4E17-B86A-620A902C8120}"/>
          </ac:spMkLst>
        </pc:spChg>
        <pc:spChg chg="mod">
          <ac:chgData name="Meyer, Riesling M" userId="93fbefa7-80e7-4750-9506-1c476a581f9b" providerId="ADAL" clId="{4017349A-7549-4284-A2E6-4E328E90356D}" dt="2020-11-08T19:13:03.132" v="5975" actId="571"/>
          <ac:spMkLst>
            <pc:docMk/>
            <pc:sldMk cId="109857222" sldId="256"/>
            <ac:spMk id="399" creationId="{5AE70815-816A-49B0-88D8-9784DF1E2FEC}"/>
          </ac:spMkLst>
        </pc:spChg>
        <pc:spChg chg="mod">
          <ac:chgData name="Meyer, Riesling M" userId="93fbefa7-80e7-4750-9506-1c476a581f9b" providerId="ADAL" clId="{4017349A-7549-4284-A2E6-4E328E90356D}" dt="2020-11-08T19:13:03.132" v="5975" actId="571"/>
          <ac:spMkLst>
            <pc:docMk/>
            <pc:sldMk cId="109857222" sldId="256"/>
            <ac:spMk id="400" creationId="{97BC5435-CE58-4583-9A33-B4B35CC56AD7}"/>
          </ac:spMkLst>
        </pc:spChg>
        <pc:spChg chg="mod">
          <ac:chgData name="Meyer, Riesling M" userId="93fbefa7-80e7-4750-9506-1c476a581f9b" providerId="ADAL" clId="{4017349A-7549-4284-A2E6-4E328E90356D}" dt="2020-11-08T19:13:03.132" v="5975" actId="571"/>
          <ac:spMkLst>
            <pc:docMk/>
            <pc:sldMk cId="109857222" sldId="256"/>
            <ac:spMk id="401" creationId="{6CD702F7-3CB8-4583-ADE9-FF2198B405FA}"/>
          </ac:spMkLst>
        </pc:spChg>
        <pc:spChg chg="mod">
          <ac:chgData name="Meyer, Riesling M" userId="93fbefa7-80e7-4750-9506-1c476a581f9b" providerId="ADAL" clId="{4017349A-7549-4284-A2E6-4E328E90356D}" dt="2020-11-08T19:13:03.132" v="5975" actId="571"/>
          <ac:spMkLst>
            <pc:docMk/>
            <pc:sldMk cId="109857222" sldId="256"/>
            <ac:spMk id="402" creationId="{B70EF632-AB10-4776-80AE-CDD8421DC58A}"/>
          </ac:spMkLst>
        </pc:spChg>
        <pc:spChg chg="mod">
          <ac:chgData name="Meyer, Riesling M" userId="93fbefa7-80e7-4750-9506-1c476a581f9b" providerId="ADAL" clId="{4017349A-7549-4284-A2E6-4E328E90356D}" dt="2020-11-08T19:13:03.132" v="5975" actId="571"/>
          <ac:spMkLst>
            <pc:docMk/>
            <pc:sldMk cId="109857222" sldId="256"/>
            <ac:spMk id="403" creationId="{7D9028F8-C9F9-4806-A8C6-C86166886F73}"/>
          </ac:spMkLst>
        </pc:spChg>
        <pc:spChg chg="mod">
          <ac:chgData name="Meyer, Riesling M" userId="93fbefa7-80e7-4750-9506-1c476a581f9b" providerId="ADAL" clId="{4017349A-7549-4284-A2E6-4E328E90356D}" dt="2020-11-08T19:13:03.132" v="5975" actId="571"/>
          <ac:spMkLst>
            <pc:docMk/>
            <pc:sldMk cId="109857222" sldId="256"/>
            <ac:spMk id="404" creationId="{DD26F066-FA98-4397-95BA-D9EE39864281}"/>
          </ac:spMkLst>
        </pc:spChg>
        <pc:spChg chg="mod">
          <ac:chgData name="Meyer, Riesling M" userId="93fbefa7-80e7-4750-9506-1c476a581f9b" providerId="ADAL" clId="{4017349A-7549-4284-A2E6-4E328E90356D}" dt="2020-11-08T19:13:03.132" v="5975" actId="571"/>
          <ac:spMkLst>
            <pc:docMk/>
            <pc:sldMk cId="109857222" sldId="256"/>
            <ac:spMk id="410" creationId="{EE051B1D-FBCE-4F93-981E-2B362BAFBF96}"/>
          </ac:spMkLst>
        </pc:spChg>
        <pc:spChg chg="mod">
          <ac:chgData name="Meyer, Riesling M" userId="93fbefa7-80e7-4750-9506-1c476a581f9b" providerId="ADAL" clId="{4017349A-7549-4284-A2E6-4E328E90356D}" dt="2020-11-08T19:13:03.132" v="5975" actId="571"/>
          <ac:spMkLst>
            <pc:docMk/>
            <pc:sldMk cId="109857222" sldId="256"/>
            <ac:spMk id="411" creationId="{92D80336-A751-45F0-9955-4B64BDE55D3B}"/>
          </ac:spMkLst>
        </pc:spChg>
        <pc:spChg chg="mod">
          <ac:chgData name="Meyer, Riesling M" userId="93fbefa7-80e7-4750-9506-1c476a581f9b" providerId="ADAL" clId="{4017349A-7549-4284-A2E6-4E328E90356D}" dt="2020-11-08T19:13:03.132" v="5975" actId="571"/>
          <ac:spMkLst>
            <pc:docMk/>
            <pc:sldMk cId="109857222" sldId="256"/>
            <ac:spMk id="412" creationId="{EEFD3FCC-8C2C-4F78-80C0-3F076E52EFFE}"/>
          </ac:spMkLst>
        </pc:spChg>
        <pc:spChg chg="mod">
          <ac:chgData name="Meyer, Riesling M" userId="93fbefa7-80e7-4750-9506-1c476a581f9b" providerId="ADAL" clId="{4017349A-7549-4284-A2E6-4E328E90356D}" dt="2020-11-08T19:13:03.132" v="5975" actId="571"/>
          <ac:spMkLst>
            <pc:docMk/>
            <pc:sldMk cId="109857222" sldId="256"/>
            <ac:spMk id="413" creationId="{3DB20564-65D7-462F-8F17-1F63B2DD4B5A}"/>
          </ac:spMkLst>
        </pc:spChg>
        <pc:spChg chg="mod">
          <ac:chgData name="Meyer, Riesling M" userId="93fbefa7-80e7-4750-9506-1c476a581f9b" providerId="ADAL" clId="{4017349A-7549-4284-A2E6-4E328E90356D}" dt="2020-11-08T19:13:03.132" v="5975" actId="571"/>
          <ac:spMkLst>
            <pc:docMk/>
            <pc:sldMk cId="109857222" sldId="256"/>
            <ac:spMk id="414" creationId="{1F4885EA-B2C0-4D9A-9227-D0834156286F}"/>
          </ac:spMkLst>
        </pc:spChg>
        <pc:spChg chg="mod">
          <ac:chgData name="Meyer, Riesling M" userId="93fbefa7-80e7-4750-9506-1c476a581f9b" providerId="ADAL" clId="{4017349A-7549-4284-A2E6-4E328E90356D}" dt="2020-11-08T19:13:03.132" v="5975" actId="571"/>
          <ac:spMkLst>
            <pc:docMk/>
            <pc:sldMk cId="109857222" sldId="256"/>
            <ac:spMk id="415" creationId="{E47272FD-8CB4-4A5C-A05B-7DD4F811829A}"/>
          </ac:spMkLst>
        </pc:spChg>
        <pc:spChg chg="mod">
          <ac:chgData name="Meyer, Riesling M" userId="93fbefa7-80e7-4750-9506-1c476a581f9b" providerId="ADAL" clId="{4017349A-7549-4284-A2E6-4E328E90356D}" dt="2020-11-08T19:13:03.132" v="5975" actId="571"/>
          <ac:spMkLst>
            <pc:docMk/>
            <pc:sldMk cId="109857222" sldId="256"/>
            <ac:spMk id="425" creationId="{D5BCF3E8-DE10-4830-B675-C86FFB1E6283}"/>
          </ac:spMkLst>
        </pc:spChg>
        <pc:spChg chg="add mod">
          <ac:chgData name="Meyer, Riesling M" userId="93fbefa7-80e7-4750-9506-1c476a581f9b" providerId="ADAL" clId="{4017349A-7549-4284-A2E6-4E328E90356D}" dt="2020-11-08T19:13:03.132" v="5975" actId="571"/>
          <ac:spMkLst>
            <pc:docMk/>
            <pc:sldMk cId="109857222" sldId="256"/>
            <ac:spMk id="426" creationId="{A4432985-4DF8-4AB6-BB5E-6531C078F017}"/>
          </ac:spMkLst>
        </pc:spChg>
        <pc:grpChg chg="add del mod">
          <ac:chgData name="Meyer, Riesling M" userId="93fbefa7-80e7-4750-9506-1c476a581f9b" providerId="ADAL" clId="{4017349A-7549-4284-A2E6-4E328E90356D}" dt="2020-11-16T22:46:18.781" v="9445" actId="165"/>
          <ac:grpSpMkLst>
            <pc:docMk/>
            <pc:sldMk cId="109857222" sldId="256"/>
            <ac:grpSpMk id="3" creationId="{43CC97D8-A187-44B3-93E9-5ADEBB1A6284}"/>
          </ac:grpSpMkLst>
        </pc:grpChg>
        <pc:grpChg chg="add mod">
          <ac:chgData name="Meyer, Riesling M" userId="93fbefa7-80e7-4750-9506-1c476a581f9b" providerId="ADAL" clId="{4017349A-7549-4284-A2E6-4E328E90356D}" dt="2020-11-15T18:49:26.097" v="7516" actId="164"/>
          <ac:grpSpMkLst>
            <pc:docMk/>
            <pc:sldMk cId="109857222" sldId="256"/>
            <ac:grpSpMk id="19" creationId="{EF8DEC57-8E18-423E-A99F-2B150330F25F}"/>
          </ac:grpSpMkLst>
        </pc:grpChg>
        <pc:grpChg chg="add mod">
          <ac:chgData name="Meyer, Riesling M" userId="93fbefa7-80e7-4750-9506-1c476a581f9b" providerId="ADAL" clId="{4017349A-7549-4284-A2E6-4E328E90356D}" dt="2020-11-17T00:41:43.064" v="9955" actId="123"/>
          <ac:grpSpMkLst>
            <pc:docMk/>
            <pc:sldMk cId="109857222" sldId="256"/>
            <ac:grpSpMk id="31" creationId="{B445254B-D96D-4C59-811B-7CCA9051ED5F}"/>
          </ac:grpSpMkLst>
        </pc:grpChg>
        <pc:grpChg chg="add mod">
          <ac:chgData name="Meyer, Riesling M" userId="93fbefa7-80e7-4750-9506-1c476a581f9b" providerId="ADAL" clId="{4017349A-7549-4284-A2E6-4E328E90356D}" dt="2020-11-16T22:47:35.952" v="9461" actId="164"/>
          <ac:grpSpMkLst>
            <pc:docMk/>
            <pc:sldMk cId="109857222" sldId="256"/>
            <ac:grpSpMk id="41" creationId="{704F18F8-12ED-4782-9CC8-7C1E81004B0F}"/>
          </ac:grpSpMkLst>
        </pc:grpChg>
        <pc:grpChg chg="add del mod">
          <ac:chgData name="Meyer, Riesling M" userId="93fbefa7-80e7-4750-9506-1c476a581f9b" providerId="ADAL" clId="{4017349A-7549-4284-A2E6-4E328E90356D}" dt="2020-11-16T22:46:58.912" v="9456" actId="165"/>
          <ac:grpSpMkLst>
            <pc:docMk/>
            <pc:sldMk cId="109857222" sldId="256"/>
            <ac:grpSpMk id="46" creationId="{DE5EB6DF-A306-44F8-BE70-5DB095DF092F}"/>
          </ac:grpSpMkLst>
        </pc:grpChg>
        <pc:grpChg chg="add mod">
          <ac:chgData name="Meyer, Riesling M" userId="93fbefa7-80e7-4750-9506-1c476a581f9b" providerId="ADAL" clId="{4017349A-7549-4284-A2E6-4E328E90356D}" dt="2020-11-17T01:12:12.308" v="10732" actId="1076"/>
          <ac:grpSpMkLst>
            <pc:docMk/>
            <pc:sldMk cId="109857222" sldId="256"/>
            <ac:grpSpMk id="52" creationId="{379F7DBF-8377-43EA-B428-AEB9813EA9F4}"/>
          </ac:grpSpMkLst>
        </pc:grpChg>
        <pc:grpChg chg="add mod">
          <ac:chgData name="Meyer, Riesling M" userId="93fbefa7-80e7-4750-9506-1c476a581f9b" providerId="ADAL" clId="{4017349A-7549-4284-A2E6-4E328E90356D}" dt="2020-11-17T01:18:54.470" v="10854" actId="1076"/>
          <ac:grpSpMkLst>
            <pc:docMk/>
            <pc:sldMk cId="109857222" sldId="256"/>
            <ac:grpSpMk id="64" creationId="{0FF3FB32-A622-4993-92AE-6543DCB93599}"/>
          </ac:grpSpMkLst>
        </pc:grpChg>
        <pc:grpChg chg="add mod">
          <ac:chgData name="Meyer, Riesling M" userId="93fbefa7-80e7-4750-9506-1c476a581f9b" providerId="ADAL" clId="{4017349A-7549-4284-A2E6-4E328E90356D}" dt="2020-11-17T00:41:38.978" v="9954" actId="123"/>
          <ac:grpSpMkLst>
            <pc:docMk/>
            <pc:sldMk cId="109857222" sldId="256"/>
            <ac:grpSpMk id="76" creationId="{C21114E4-0A6A-4B7E-A16C-3CFA6CF5D9F3}"/>
          </ac:grpSpMkLst>
        </pc:grpChg>
        <pc:grpChg chg="add mod">
          <ac:chgData name="Meyer, Riesling M" userId="93fbefa7-80e7-4750-9506-1c476a581f9b" providerId="ADAL" clId="{4017349A-7549-4284-A2E6-4E328E90356D}" dt="2020-11-17T00:41:43.064" v="9955" actId="123"/>
          <ac:grpSpMkLst>
            <pc:docMk/>
            <pc:sldMk cId="109857222" sldId="256"/>
            <ac:grpSpMk id="79" creationId="{A2D1D1A0-5391-4BD8-804C-8BFDE8879774}"/>
          </ac:grpSpMkLst>
        </pc:grpChg>
        <pc:grpChg chg="add del mod">
          <ac:chgData name="Meyer, Riesling M" userId="93fbefa7-80e7-4750-9506-1c476a581f9b" providerId="ADAL" clId="{4017349A-7549-4284-A2E6-4E328E90356D}" dt="2020-11-07T20:15:00.332" v="2895" actId="165"/>
          <ac:grpSpMkLst>
            <pc:docMk/>
            <pc:sldMk cId="109857222" sldId="256"/>
            <ac:grpSpMk id="108" creationId="{557C09E0-CBA6-4CF5-A2AC-4A7C8866336A}"/>
          </ac:grpSpMkLst>
        </pc:grpChg>
        <pc:grpChg chg="add mod">
          <ac:chgData name="Meyer, Riesling M" userId="93fbefa7-80e7-4750-9506-1c476a581f9b" providerId="ADAL" clId="{4017349A-7549-4284-A2E6-4E328E90356D}" dt="2020-11-17T00:41:38.978" v="9954" actId="123"/>
          <ac:grpSpMkLst>
            <pc:docMk/>
            <pc:sldMk cId="109857222" sldId="256"/>
            <ac:grpSpMk id="114" creationId="{CF906A27-913D-4F33-9E15-4B3ADE343D24}"/>
          </ac:grpSpMkLst>
        </pc:grpChg>
        <pc:grpChg chg="add del mod">
          <ac:chgData name="Meyer, Riesling M" userId="93fbefa7-80e7-4750-9506-1c476a581f9b" providerId="ADAL" clId="{4017349A-7549-4284-A2E6-4E328E90356D}" dt="2020-11-16T22:19:00.615" v="9299" actId="478"/>
          <ac:grpSpMkLst>
            <pc:docMk/>
            <pc:sldMk cId="109857222" sldId="256"/>
            <ac:grpSpMk id="124" creationId="{456044AF-FE04-4B0B-A547-D3D280CD62FD}"/>
          </ac:grpSpMkLst>
        </pc:grpChg>
        <pc:grpChg chg="add mod topLvl">
          <ac:chgData name="Meyer, Riesling M" userId="93fbefa7-80e7-4750-9506-1c476a581f9b" providerId="ADAL" clId="{4017349A-7549-4284-A2E6-4E328E90356D}" dt="2020-11-17T00:41:43.064" v="9955" actId="123"/>
          <ac:grpSpMkLst>
            <pc:docMk/>
            <pc:sldMk cId="109857222" sldId="256"/>
            <ac:grpSpMk id="228" creationId="{71289D64-61E0-4E5E-8D5E-A834DB2D3035}"/>
          </ac:grpSpMkLst>
        </pc:grpChg>
        <pc:grpChg chg="add mod topLvl">
          <ac:chgData name="Meyer, Riesling M" userId="93fbefa7-80e7-4750-9506-1c476a581f9b" providerId="ADAL" clId="{4017349A-7549-4284-A2E6-4E328E90356D}" dt="2020-11-17T00:41:43.064" v="9955" actId="123"/>
          <ac:grpSpMkLst>
            <pc:docMk/>
            <pc:sldMk cId="109857222" sldId="256"/>
            <ac:grpSpMk id="229" creationId="{6AB3C4C4-5BE1-40E7-AD83-B693153C0F09}"/>
          </ac:grpSpMkLst>
        </pc:grpChg>
        <pc:grpChg chg="add del mod">
          <ac:chgData name="Meyer, Riesling M" userId="93fbefa7-80e7-4750-9506-1c476a581f9b" providerId="ADAL" clId="{4017349A-7549-4284-A2E6-4E328E90356D}" dt="2020-11-15T21:40:03.328" v="8730" actId="165"/>
          <ac:grpSpMkLst>
            <pc:docMk/>
            <pc:sldMk cId="109857222" sldId="256"/>
            <ac:grpSpMk id="238" creationId="{C4052B2E-2C09-4872-9755-AF99E8D020E5}"/>
          </ac:grpSpMkLst>
        </pc:grpChg>
        <pc:grpChg chg="add del mod topLvl">
          <ac:chgData name="Meyer, Riesling M" userId="93fbefa7-80e7-4750-9506-1c476a581f9b" providerId="ADAL" clId="{4017349A-7549-4284-A2E6-4E328E90356D}" dt="2020-11-15T20:45:36.572" v="7691" actId="165"/>
          <ac:grpSpMkLst>
            <pc:docMk/>
            <pc:sldMk cId="109857222" sldId="256"/>
            <ac:grpSpMk id="311" creationId="{F1CF4BB4-A858-4B90-862B-2B62107831B5}"/>
          </ac:grpSpMkLst>
        </pc:grpChg>
        <pc:grpChg chg="add del mod">
          <ac:chgData name="Meyer, Riesling M" userId="93fbefa7-80e7-4750-9506-1c476a581f9b" providerId="ADAL" clId="{4017349A-7549-4284-A2E6-4E328E90356D}" dt="2020-11-15T20:45:34.654" v="7690" actId="165"/>
          <ac:grpSpMkLst>
            <pc:docMk/>
            <pc:sldMk cId="109857222" sldId="256"/>
            <ac:grpSpMk id="323" creationId="{F6497755-8EE0-48F8-AA30-1664C1488567}"/>
          </ac:grpSpMkLst>
        </pc:grpChg>
        <pc:grpChg chg="add del mod topLvl">
          <ac:chgData name="Meyer, Riesling M" userId="93fbefa7-80e7-4750-9506-1c476a581f9b" providerId="ADAL" clId="{4017349A-7549-4284-A2E6-4E328E90356D}" dt="2020-11-16T22:46:21.669" v="9446" actId="165"/>
          <ac:grpSpMkLst>
            <pc:docMk/>
            <pc:sldMk cId="109857222" sldId="256"/>
            <ac:grpSpMk id="390" creationId="{555C88C1-FDCC-4204-8A72-5BE60366DD99}"/>
          </ac:grpSpMkLst>
        </pc:grpChg>
        <pc:grpChg chg="add mod">
          <ac:chgData name="Meyer, Riesling M" userId="93fbefa7-80e7-4750-9506-1c476a581f9b" providerId="ADAL" clId="{4017349A-7549-4284-A2E6-4E328E90356D}" dt="2020-11-08T19:13:03.132" v="5975" actId="571"/>
          <ac:grpSpMkLst>
            <pc:docMk/>
            <pc:sldMk cId="109857222" sldId="256"/>
            <ac:grpSpMk id="398" creationId="{4D02FEC7-9A35-4AFF-B961-A68E62D8124E}"/>
          </ac:grpSpMkLst>
        </pc:grpChg>
        <pc:graphicFrameChg chg="add del mod modGraphic">
          <ac:chgData name="Meyer, Riesling M" userId="93fbefa7-80e7-4750-9506-1c476a581f9b" providerId="ADAL" clId="{4017349A-7549-4284-A2E6-4E328E90356D}" dt="2020-11-17T01:27:08.227" v="10973" actId="121"/>
          <ac:graphicFrameMkLst>
            <pc:docMk/>
            <pc:sldMk cId="109857222" sldId="256"/>
            <ac:graphicFrameMk id="21" creationId="{0E1ACD61-AAE5-409F-B6EF-694FC8F34390}"/>
          </ac:graphicFrameMkLst>
        </pc:graphicFrameChg>
        <pc:graphicFrameChg chg="add mod modGraphic">
          <ac:chgData name="Meyer, Riesling M" userId="93fbefa7-80e7-4750-9506-1c476a581f9b" providerId="ADAL" clId="{4017349A-7549-4284-A2E6-4E328E90356D}" dt="2020-11-17T01:27:38.552" v="10978" actId="122"/>
          <ac:graphicFrameMkLst>
            <pc:docMk/>
            <pc:sldMk cId="109857222" sldId="256"/>
            <ac:graphicFrameMk id="23" creationId="{41C5CF7D-47C6-4DE7-ADAF-DCE76522CE8C}"/>
          </ac:graphicFrameMkLst>
        </pc:graphicFrameChg>
        <pc:graphicFrameChg chg="add mod modGraphic">
          <ac:chgData name="Meyer, Riesling M" userId="93fbefa7-80e7-4750-9506-1c476a581f9b" providerId="ADAL" clId="{4017349A-7549-4284-A2E6-4E328E90356D}" dt="2020-11-17T01:29:04.373" v="10980" actId="14734"/>
          <ac:graphicFrameMkLst>
            <pc:docMk/>
            <pc:sldMk cId="109857222" sldId="256"/>
            <ac:graphicFrameMk id="241" creationId="{81DEF935-E415-4131-93A6-0F8C72A16123}"/>
          </ac:graphicFrameMkLst>
        </pc:graphicFrameChg>
        <pc:picChg chg="add mod">
          <ac:chgData name="Meyer, Riesling M" userId="93fbefa7-80e7-4750-9506-1c476a581f9b" providerId="ADAL" clId="{4017349A-7549-4284-A2E6-4E328E90356D}" dt="2020-11-17T00:41:38.978" v="9954" actId="123"/>
          <ac:picMkLst>
            <pc:docMk/>
            <pc:sldMk cId="109857222" sldId="256"/>
            <ac:picMk id="7" creationId="{DDDF2CBF-99D1-40F4-89DD-45FA4B65EF72}"/>
          </ac:picMkLst>
        </pc:picChg>
        <pc:picChg chg="add del mod">
          <ac:chgData name="Meyer, Riesling M" userId="93fbefa7-80e7-4750-9506-1c476a581f9b" providerId="ADAL" clId="{4017349A-7549-4284-A2E6-4E328E90356D}" dt="2020-11-15T20:42:07.688" v="7662" actId="478"/>
          <ac:picMkLst>
            <pc:docMk/>
            <pc:sldMk cId="109857222" sldId="256"/>
            <ac:picMk id="9" creationId="{026299B5-8960-4F15-A2B5-9AD5980DF774}"/>
          </ac:picMkLst>
        </pc:picChg>
        <pc:picChg chg="add del mod">
          <ac:chgData name="Meyer, Riesling M" userId="93fbefa7-80e7-4750-9506-1c476a581f9b" providerId="ADAL" clId="{4017349A-7549-4284-A2E6-4E328E90356D}" dt="2020-11-15T20:37:35.027" v="7606" actId="478"/>
          <ac:picMkLst>
            <pc:docMk/>
            <pc:sldMk cId="109857222" sldId="256"/>
            <ac:picMk id="10" creationId="{09BCC677-1394-48A2-9E85-E16916E03832}"/>
          </ac:picMkLst>
        </pc:picChg>
        <pc:picChg chg="add del mod">
          <ac:chgData name="Meyer, Riesling M" userId="93fbefa7-80e7-4750-9506-1c476a581f9b" providerId="ADAL" clId="{4017349A-7549-4284-A2E6-4E328E90356D}" dt="2020-11-07T19:03:52.733" v="220" actId="478"/>
          <ac:picMkLst>
            <pc:docMk/>
            <pc:sldMk cId="109857222" sldId="256"/>
            <ac:picMk id="10" creationId="{D8E56F71-DC6C-4E8D-A532-27BE4ACD9083}"/>
          </ac:picMkLst>
        </pc:picChg>
        <pc:picChg chg="add del mod">
          <ac:chgData name="Meyer, Riesling M" userId="93fbefa7-80e7-4750-9506-1c476a581f9b" providerId="ADAL" clId="{4017349A-7549-4284-A2E6-4E328E90356D}" dt="2020-11-07T19:39:27.120" v="1247" actId="478"/>
          <ac:picMkLst>
            <pc:docMk/>
            <pc:sldMk cId="109857222" sldId="256"/>
            <ac:picMk id="39" creationId="{AD338867-16F7-47A5-B3F7-207BC406D25D}"/>
          </ac:picMkLst>
        </pc:picChg>
        <pc:picChg chg="add del mod">
          <ac:chgData name="Meyer, Riesling M" userId="93fbefa7-80e7-4750-9506-1c476a581f9b" providerId="ADAL" clId="{4017349A-7549-4284-A2E6-4E328E90356D}" dt="2020-11-07T20:17:23.791" v="3000" actId="478"/>
          <ac:picMkLst>
            <pc:docMk/>
            <pc:sldMk cId="109857222" sldId="256"/>
            <ac:picMk id="40" creationId="{343AEEFC-B075-4069-A894-BA07D786BC97}"/>
          </ac:picMkLst>
        </pc:picChg>
        <pc:picChg chg="add del mod">
          <ac:chgData name="Meyer, Riesling M" userId="93fbefa7-80e7-4750-9506-1c476a581f9b" providerId="ADAL" clId="{4017349A-7549-4284-A2E6-4E328E90356D}" dt="2020-11-08T18:43:22.893" v="4655" actId="478"/>
          <ac:picMkLst>
            <pc:docMk/>
            <pc:sldMk cId="109857222" sldId="256"/>
            <ac:picMk id="41" creationId="{FB083C3A-378C-45D3-8061-6DC37C37EBCD}"/>
          </ac:picMkLst>
        </pc:picChg>
        <pc:picChg chg="add del mod">
          <ac:chgData name="Meyer, Riesling M" userId="93fbefa7-80e7-4750-9506-1c476a581f9b" providerId="ADAL" clId="{4017349A-7549-4284-A2E6-4E328E90356D}" dt="2020-11-16T22:51:51.244" v="9474" actId="478"/>
          <ac:picMkLst>
            <pc:docMk/>
            <pc:sldMk cId="109857222" sldId="256"/>
            <ac:picMk id="53" creationId="{C4B26148-D45B-4C8B-884D-7FAEFF6F50F9}"/>
          </ac:picMkLst>
        </pc:picChg>
        <pc:picChg chg="add del mod">
          <ac:chgData name="Meyer, Riesling M" userId="93fbefa7-80e7-4750-9506-1c476a581f9b" providerId="ADAL" clId="{4017349A-7549-4284-A2E6-4E328E90356D}" dt="2020-11-17T01:18:54.784" v="10855" actId="478"/>
          <ac:picMkLst>
            <pc:docMk/>
            <pc:sldMk cId="109857222" sldId="256"/>
            <ac:picMk id="54" creationId="{5C10F9B8-AAC8-49D3-AE20-F7E32F33F59F}"/>
          </ac:picMkLst>
        </pc:picChg>
        <pc:picChg chg="add mod">
          <ac:chgData name="Meyer, Riesling M" userId="93fbefa7-80e7-4750-9506-1c476a581f9b" providerId="ADAL" clId="{4017349A-7549-4284-A2E6-4E328E90356D}" dt="2020-11-16T22:58:23.561" v="9531" actId="164"/>
          <ac:picMkLst>
            <pc:docMk/>
            <pc:sldMk cId="109857222" sldId="256"/>
            <ac:picMk id="56" creationId="{2930D579-3FF6-469B-83E8-15D1111A6D0F}"/>
          </ac:picMkLst>
        </pc:picChg>
        <pc:picChg chg="add mod">
          <ac:chgData name="Meyer, Riesling M" userId="93fbefa7-80e7-4750-9506-1c476a581f9b" providerId="ADAL" clId="{4017349A-7549-4284-A2E6-4E328E90356D}" dt="2020-11-16T22:58:23.561" v="9531" actId="164"/>
          <ac:picMkLst>
            <pc:docMk/>
            <pc:sldMk cId="109857222" sldId="256"/>
            <ac:picMk id="58" creationId="{641F7548-B431-4D08-8BDD-0B97EAA35ADB}"/>
          </ac:picMkLst>
        </pc:picChg>
        <pc:picChg chg="add mod modCrop">
          <ac:chgData name="Meyer, Riesling M" userId="93fbefa7-80e7-4750-9506-1c476a581f9b" providerId="ADAL" clId="{4017349A-7549-4284-A2E6-4E328E90356D}" dt="2020-11-16T22:58:23.561" v="9531" actId="164"/>
          <ac:picMkLst>
            <pc:docMk/>
            <pc:sldMk cId="109857222" sldId="256"/>
            <ac:picMk id="60" creationId="{0D44E368-B2F1-403F-A090-07251D8E3766}"/>
          </ac:picMkLst>
        </pc:picChg>
        <pc:picChg chg="add mod modCrop">
          <ac:chgData name="Meyer, Riesling M" userId="93fbefa7-80e7-4750-9506-1c476a581f9b" providerId="ADAL" clId="{4017349A-7549-4284-A2E6-4E328E90356D}" dt="2020-11-16T22:58:23.561" v="9531" actId="164"/>
          <ac:picMkLst>
            <pc:docMk/>
            <pc:sldMk cId="109857222" sldId="256"/>
            <ac:picMk id="62" creationId="{4517DD93-E1F2-4F8C-9D04-15CA42E82410}"/>
          </ac:picMkLst>
        </pc:picChg>
        <pc:picChg chg="add mod">
          <ac:chgData name="Meyer, Riesling M" userId="93fbefa7-80e7-4750-9506-1c476a581f9b" providerId="ADAL" clId="{4017349A-7549-4284-A2E6-4E328E90356D}" dt="2020-11-17T01:18:54.470" v="10854" actId="1076"/>
          <ac:picMkLst>
            <pc:docMk/>
            <pc:sldMk cId="109857222" sldId="256"/>
            <ac:picMk id="66" creationId="{D1E65FC7-565F-435C-ABD1-D6D303EA606B}"/>
          </ac:picMkLst>
        </pc:picChg>
        <pc:picChg chg="add mod modCrop">
          <ac:chgData name="Meyer, Riesling M" userId="93fbefa7-80e7-4750-9506-1c476a581f9b" providerId="ADAL" clId="{4017349A-7549-4284-A2E6-4E328E90356D}" dt="2020-11-17T00:41:38.978" v="9954" actId="123"/>
          <ac:picMkLst>
            <pc:docMk/>
            <pc:sldMk cId="109857222" sldId="256"/>
            <ac:picMk id="68" creationId="{0B280629-2D4A-4D04-BE39-BA39FB43ED24}"/>
          </ac:picMkLst>
        </pc:picChg>
        <pc:picChg chg="add del mod modCrop">
          <ac:chgData name="Meyer, Riesling M" userId="93fbefa7-80e7-4750-9506-1c476a581f9b" providerId="ADAL" clId="{4017349A-7549-4284-A2E6-4E328E90356D}" dt="2020-11-16T23:04:22.930" v="9576" actId="478"/>
          <ac:picMkLst>
            <pc:docMk/>
            <pc:sldMk cId="109857222" sldId="256"/>
            <ac:picMk id="70" creationId="{ADEB7AD2-3DDF-4CB0-AA58-3695B34D28E0}"/>
          </ac:picMkLst>
        </pc:picChg>
        <pc:picChg chg="add mod modCrop">
          <ac:chgData name="Meyer, Riesling M" userId="93fbefa7-80e7-4750-9506-1c476a581f9b" providerId="ADAL" clId="{4017349A-7549-4284-A2E6-4E328E90356D}" dt="2020-11-16T23:07:07.203" v="9621" actId="164"/>
          <ac:picMkLst>
            <pc:docMk/>
            <pc:sldMk cId="109857222" sldId="256"/>
            <ac:picMk id="72" creationId="{DAC5631D-2E6C-46A1-9CA5-03AF008A17D5}"/>
          </ac:picMkLst>
        </pc:picChg>
        <pc:picChg chg="add mod modCrop">
          <ac:chgData name="Meyer, Riesling M" userId="93fbefa7-80e7-4750-9506-1c476a581f9b" providerId="ADAL" clId="{4017349A-7549-4284-A2E6-4E328E90356D}" dt="2020-11-16T23:07:07.203" v="9621" actId="164"/>
          <ac:picMkLst>
            <pc:docMk/>
            <pc:sldMk cId="109857222" sldId="256"/>
            <ac:picMk id="74" creationId="{BFB6BD06-8F94-43AE-A1E3-7514AA7B7250}"/>
          </ac:picMkLst>
        </pc:picChg>
        <pc:picChg chg="add mod modCrop">
          <ac:chgData name="Meyer, Riesling M" userId="93fbefa7-80e7-4750-9506-1c476a581f9b" providerId="ADAL" clId="{4017349A-7549-4284-A2E6-4E328E90356D}" dt="2020-11-17T00:41:38.978" v="9954" actId="123"/>
          <ac:picMkLst>
            <pc:docMk/>
            <pc:sldMk cId="109857222" sldId="256"/>
            <ac:picMk id="78" creationId="{3848C85C-56A2-4EEA-8E16-B01CC533C151}"/>
          </ac:picMkLst>
        </pc:picChg>
        <pc:picChg chg="add del mod">
          <ac:chgData name="Meyer, Riesling M" userId="93fbefa7-80e7-4750-9506-1c476a581f9b" providerId="ADAL" clId="{4017349A-7549-4284-A2E6-4E328E90356D}" dt="2020-11-08T17:45:58.982" v="3492" actId="478"/>
          <ac:picMkLst>
            <pc:docMk/>
            <pc:sldMk cId="109857222" sldId="256"/>
            <ac:picMk id="109" creationId="{4FB9E83F-C460-4AC8-8FD0-E4B7D33EC57E}"/>
          </ac:picMkLst>
        </pc:picChg>
        <pc:picChg chg="add del mod">
          <ac:chgData name="Meyer, Riesling M" userId="93fbefa7-80e7-4750-9506-1c476a581f9b" providerId="ADAL" clId="{4017349A-7549-4284-A2E6-4E328E90356D}" dt="2020-11-16T22:19:02.533" v="9303" actId="478"/>
          <ac:picMkLst>
            <pc:docMk/>
            <pc:sldMk cId="109857222" sldId="256"/>
            <ac:picMk id="123" creationId="{4A74B002-0427-41B9-8BC3-F716C093ADFF}"/>
          </ac:picMkLst>
        </pc:picChg>
        <pc:picChg chg="mod">
          <ac:chgData name="Meyer, Riesling M" userId="93fbefa7-80e7-4750-9506-1c476a581f9b" providerId="ADAL" clId="{4017349A-7549-4284-A2E6-4E328E90356D}" dt="2020-11-15T18:44:22.699" v="7452"/>
          <ac:picMkLst>
            <pc:docMk/>
            <pc:sldMk cId="109857222" sldId="256"/>
            <ac:picMk id="125" creationId="{90694098-B522-41D4-AF47-2B6524463B27}"/>
          </ac:picMkLst>
        </pc:picChg>
        <pc:picChg chg="mod">
          <ac:chgData name="Meyer, Riesling M" userId="93fbefa7-80e7-4750-9506-1c476a581f9b" providerId="ADAL" clId="{4017349A-7549-4284-A2E6-4E328E90356D}" dt="2020-11-15T18:44:22.699" v="7452"/>
          <ac:picMkLst>
            <pc:docMk/>
            <pc:sldMk cId="109857222" sldId="256"/>
            <ac:picMk id="126" creationId="{2C4B9879-3DEE-4DE8-8B47-BD7E5AD73268}"/>
          </ac:picMkLst>
        </pc:picChg>
        <pc:picChg chg="add del mod">
          <ac:chgData name="Meyer, Riesling M" userId="93fbefa7-80e7-4750-9506-1c476a581f9b" providerId="ADAL" clId="{4017349A-7549-4284-A2E6-4E328E90356D}" dt="2020-11-16T22:19:01.509" v="9301" actId="478"/>
          <ac:picMkLst>
            <pc:docMk/>
            <pc:sldMk cId="109857222" sldId="256"/>
            <ac:picMk id="127" creationId="{B6837BF5-511D-4B7A-91D4-D8409E99F9FC}"/>
          </ac:picMkLst>
        </pc:picChg>
        <pc:picChg chg="add del mod">
          <ac:chgData name="Meyer, Riesling M" userId="93fbefa7-80e7-4750-9506-1c476a581f9b" providerId="ADAL" clId="{4017349A-7549-4284-A2E6-4E328E90356D}" dt="2020-11-16T22:19:01.134" v="9300" actId="478"/>
          <ac:picMkLst>
            <pc:docMk/>
            <pc:sldMk cId="109857222" sldId="256"/>
            <ac:picMk id="129" creationId="{447E2B4E-6796-493E-B7EF-03578C9F4C7C}"/>
          </ac:picMkLst>
        </pc:picChg>
        <pc:picChg chg="add del mod">
          <ac:chgData name="Meyer, Riesling M" userId="93fbefa7-80e7-4750-9506-1c476a581f9b" providerId="ADAL" clId="{4017349A-7549-4284-A2E6-4E328E90356D}" dt="2020-11-16T22:19:01.941" v="9302" actId="478"/>
          <ac:picMkLst>
            <pc:docMk/>
            <pc:sldMk cId="109857222" sldId="256"/>
            <ac:picMk id="132" creationId="{D9D299AA-2E42-4A16-A0F9-A037C247F80A}"/>
          </ac:picMkLst>
        </pc:picChg>
        <pc:picChg chg="add mod">
          <ac:chgData name="Meyer, Riesling M" userId="93fbefa7-80e7-4750-9506-1c476a581f9b" providerId="ADAL" clId="{4017349A-7549-4284-A2E6-4E328E90356D}" dt="2020-11-17T01:43:31.771" v="11365" actId="1076"/>
          <ac:picMkLst>
            <pc:docMk/>
            <pc:sldMk cId="109857222" sldId="256"/>
            <ac:picMk id="240" creationId="{A2E8FD3B-C4C5-491B-9367-9DB644786B66}"/>
          </ac:picMkLst>
        </pc:picChg>
        <pc:cxnChg chg="add del">
          <ac:chgData name="Meyer, Riesling M" userId="93fbefa7-80e7-4750-9506-1c476a581f9b" providerId="ADAL" clId="{4017349A-7549-4284-A2E6-4E328E90356D}" dt="2020-11-15T21:40:03.165" v="8729" actId="478"/>
          <ac:cxnSpMkLst>
            <pc:docMk/>
            <pc:sldMk cId="109857222" sldId="256"/>
            <ac:cxnSpMk id="32" creationId="{59C6EBEE-74A9-4C2C-A310-08BCDCE9A47C}"/>
          </ac:cxnSpMkLst>
        </pc:cxnChg>
        <pc:cxnChg chg="add mod topLvl">
          <ac:chgData name="Meyer, Riesling M" userId="93fbefa7-80e7-4750-9506-1c476a581f9b" providerId="ADAL" clId="{4017349A-7549-4284-A2E6-4E328E90356D}" dt="2020-11-15T18:49:26.097" v="7516" actId="164"/>
          <ac:cxnSpMkLst>
            <pc:docMk/>
            <pc:sldMk cId="109857222" sldId="256"/>
            <ac:cxnSpMk id="71" creationId="{0F95CF03-D226-4E83-8BFD-4293F68B612E}"/>
          </ac:cxnSpMkLst>
        </pc:cxnChg>
        <pc:cxnChg chg="add mod topLvl">
          <ac:chgData name="Meyer, Riesling M" userId="93fbefa7-80e7-4750-9506-1c476a581f9b" providerId="ADAL" clId="{4017349A-7549-4284-A2E6-4E328E90356D}" dt="2020-11-15T18:49:26.097" v="7516" actId="164"/>
          <ac:cxnSpMkLst>
            <pc:docMk/>
            <pc:sldMk cId="109857222" sldId="256"/>
            <ac:cxnSpMk id="73" creationId="{980DECED-6132-4B5B-BBC2-CE169E46EC49}"/>
          </ac:cxnSpMkLst>
        </pc:cxnChg>
        <pc:cxnChg chg="add mod topLvl">
          <ac:chgData name="Meyer, Riesling M" userId="93fbefa7-80e7-4750-9506-1c476a581f9b" providerId="ADAL" clId="{4017349A-7549-4284-A2E6-4E328E90356D}" dt="2020-11-15T18:49:26.097" v="7516" actId="164"/>
          <ac:cxnSpMkLst>
            <pc:docMk/>
            <pc:sldMk cId="109857222" sldId="256"/>
            <ac:cxnSpMk id="75" creationId="{F06B3844-6B27-47E4-8B2B-200040DD54F7}"/>
          </ac:cxnSpMkLst>
        </pc:cxnChg>
        <pc:cxnChg chg="add mod topLvl">
          <ac:chgData name="Meyer, Riesling M" userId="93fbefa7-80e7-4750-9506-1c476a581f9b" providerId="ADAL" clId="{4017349A-7549-4284-A2E6-4E328E90356D}" dt="2020-11-15T18:49:26.097" v="7516" actId="164"/>
          <ac:cxnSpMkLst>
            <pc:docMk/>
            <pc:sldMk cId="109857222" sldId="256"/>
            <ac:cxnSpMk id="77" creationId="{0B03289B-5DD9-4BE1-87B6-887A75672D83}"/>
          </ac:cxnSpMkLst>
        </pc:cxnChg>
        <pc:cxnChg chg="add mod topLvl">
          <ac:chgData name="Meyer, Riesling M" userId="93fbefa7-80e7-4750-9506-1c476a581f9b" providerId="ADAL" clId="{4017349A-7549-4284-A2E6-4E328E90356D}" dt="2020-11-15T18:49:26.097" v="7516" actId="164"/>
          <ac:cxnSpMkLst>
            <pc:docMk/>
            <pc:sldMk cId="109857222" sldId="256"/>
            <ac:cxnSpMk id="80" creationId="{DB8944F1-2009-4A5D-A0DB-FC82DAA28005}"/>
          </ac:cxnSpMkLst>
        </pc:cxnChg>
        <pc:cxnChg chg="add mod topLvl">
          <ac:chgData name="Meyer, Riesling M" userId="93fbefa7-80e7-4750-9506-1c476a581f9b" providerId="ADAL" clId="{4017349A-7549-4284-A2E6-4E328E90356D}" dt="2020-11-15T18:49:26.097" v="7516" actId="164"/>
          <ac:cxnSpMkLst>
            <pc:docMk/>
            <pc:sldMk cId="109857222" sldId="256"/>
            <ac:cxnSpMk id="82" creationId="{7AD4F44A-3DF6-4356-A95F-C8488E3DE551}"/>
          </ac:cxnSpMkLst>
        </pc:cxnChg>
        <pc:cxnChg chg="add mod topLvl">
          <ac:chgData name="Meyer, Riesling M" userId="93fbefa7-80e7-4750-9506-1c476a581f9b" providerId="ADAL" clId="{4017349A-7549-4284-A2E6-4E328E90356D}" dt="2020-11-15T18:49:26.097" v="7516" actId="164"/>
          <ac:cxnSpMkLst>
            <pc:docMk/>
            <pc:sldMk cId="109857222" sldId="256"/>
            <ac:cxnSpMk id="84" creationId="{6C7CFA41-6BB8-4A7C-ABE5-B829531214F5}"/>
          </ac:cxnSpMkLst>
        </pc:cxnChg>
        <pc:cxnChg chg="add del mod">
          <ac:chgData name="Meyer, Riesling M" userId="93fbefa7-80e7-4750-9506-1c476a581f9b" providerId="ADAL" clId="{4017349A-7549-4284-A2E6-4E328E90356D}" dt="2020-11-07T19:59:04.091" v="1830" actId="478"/>
          <ac:cxnSpMkLst>
            <pc:docMk/>
            <pc:sldMk cId="109857222" sldId="256"/>
            <ac:cxnSpMk id="86" creationId="{FD2A366B-CEF8-4CA7-B4C8-EB5FAA9CE093}"/>
          </ac:cxnSpMkLst>
        </pc:cxnChg>
        <pc:cxnChg chg="add mod topLvl">
          <ac:chgData name="Meyer, Riesling M" userId="93fbefa7-80e7-4750-9506-1c476a581f9b" providerId="ADAL" clId="{4017349A-7549-4284-A2E6-4E328E90356D}" dt="2020-11-15T18:49:26.097" v="7516" actId="164"/>
          <ac:cxnSpMkLst>
            <pc:docMk/>
            <pc:sldMk cId="109857222" sldId="256"/>
            <ac:cxnSpMk id="88" creationId="{A4DA6F09-5011-4BCD-AADE-E2217426319C}"/>
          </ac:cxnSpMkLst>
        </pc:cxnChg>
        <pc:cxnChg chg="add mod topLvl">
          <ac:chgData name="Meyer, Riesling M" userId="93fbefa7-80e7-4750-9506-1c476a581f9b" providerId="ADAL" clId="{4017349A-7549-4284-A2E6-4E328E90356D}" dt="2020-11-15T18:49:26.097" v="7516" actId="164"/>
          <ac:cxnSpMkLst>
            <pc:docMk/>
            <pc:sldMk cId="109857222" sldId="256"/>
            <ac:cxnSpMk id="96" creationId="{814042E4-005E-4A98-8889-5D2B909B8654}"/>
          </ac:cxnSpMkLst>
        </pc:cxnChg>
        <pc:cxnChg chg="add mod topLvl">
          <ac:chgData name="Meyer, Riesling M" userId="93fbefa7-80e7-4750-9506-1c476a581f9b" providerId="ADAL" clId="{4017349A-7549-4284-A2E6-4E328E90356D}" dt="2020-11-15T18:49:26.097" v="7516" actId="164"/>
          <ac:cxnSpMkLst>
            <pc:docMk/>
            <pc:sldMk cId="109857222" sldId="256"/>
            <ac:cxnSpMk id="98" creationId="{30165489-EC01-483B-91EC-C39D74B6A409}"/>
          </ac:cxnSpMkLst>
        </pc:cxnChg>
        <pc:cxnChg chg="add mod topLvl">
          <ac:chgData name="Meyer, Riesling M" userId="93fbefa7-80e7-4750-9506-1c476a581f9b" providerId="ADAL" clId="{4017349A-7549-4284-A2E6-4E328E90356D}" dt="2020-11-15T18:49:26.097" v="7516" actId="164"/>
          <ac:cxnSpMkLst>
            <pc:docMk/>
            <pc:sldMk cId="109857222" sldId="256"/>
            <ac:cxnSpMk id="101" creationId="{F9552E55-6411-459D-AF73-99EACC39B5AE}"/>
          </ac:cxnSpMkLst>
        </pc:cxnChg>
        <pc:cxnChg chg="add del mod">
          <ac:chgData name="Meyer, Riesling M" userId="93fbefa7-80e7-4750-9506-1c476a581f9b" providerId="ADAL" clId="{4017349A-7549-4284-A2E6-4E328E90356D}" dt="2020-11-08T17:46:31.667" v="3494"/>
          <ac:cxnSpMkLst>
            <pc:docMk/>
            <pc:sldMk cId="109857222" sldId="256"/>
            <ac:cxnSpMk id="119" creationId="{88AE5452-425D-4C3F-BCF7-3C9A3344EF49}"/>
          </ac:cxnSpMkLst>
        </pc:cxnChg>
        <pc:cxnChg chg="add del mod">
          <ac:chgData name="Meyer, Riesling M" userId="93fbefa7-80e7-4750-9506-1c476a581f9b" providerId="ADAL" clId="{4017349A-7549-4284-A2E6-4E328E90356D}" dt="2020-11-08T17:46:31.667" v="3494"/>
          <ac:cxnSpMkLst>
            <pc:docMk/>
            <pc:sldMk cId="109857222" sldId="256"/>
            <ac:cxnSpMk id="122" creationId="{0F93E55F-4962-41BA-973F-FFE466831628}"/>
          </ac:cxnSpMkLst>
        </pc:cxnChg>
        <pc:cxnChg chg="add del mod">
          <ac:chgData name="Meyer, Riesling M" userId="93fbefa7-80e7-4750-9506-1c476a581f9b" providerId="ADAL" clId="{4017349A-7549-4284-A2E6-4E328E90356D}" dt="2020-11-08T17:46:31.667" v="3494"/>
          <ac:cxnSpMkLst>
            <pc:docMk/>
            <pc:sldMk cId="109857222" sldId="256"/>
            <ac:cxnSpMk id="127" creationId="{875635AF-00B4-4F83-A30F-F0A039278F27}"/>
          </ac:cxnSpMkLst>
        </pc:cxnChg>
        <pc:cxnChg chg="add del mod">
          <ac:chgData name="Meyer, Riesling M" userId="93fbefa7-80e7-4750-9506-1c476a581f9b" providerId="ADAL" clId="{4017349A-7549-4284-A2E6-4E328E90356D}" dt="2020-11-08T17:46:31.667" v="3494"/>
          <ac:cxnSpMkLst>
            <pc:docMk/>
            <pc:sldMk cId="109857222" sldId="256"/>
            <ac:cxnSpMk id="132" creationId="{074DF20D-52D6-4876-98B7-A56BD773FE7C}"/>
          </ac:cxnSpMkLst>
        </pc:cxnChg>
        <pc:cxnChg chg="add del mod">
          <ac:chgData name="Meyer, Riesling M" userId="93fbefa7-80e7-4750-9506-1c476a581f9b" providerId="ADAL" clId="{4017349A-7549-4284-A2E6-4E328E90356D}" dt="2020-11-08T17:46:31.667" v="3494"/>
          <ac:cxnSpMkLst>
            <pc:docMk/>
            <pc:sldMk cId="109857222" sldId="256"/>
            <ac:cxnSpMk id="134" creationId="{FEAB5990-EB6A-4724-A996-61C4ECD03878}"/>
          </ac:cxnSpMkLst>
        </pc:cxnChg>
        <pc:cxnChg chg="add del mod">
          <ac:chgData name="Meyer, Riesling M" userId="93fbefa7-80e7-4750-9506-1c476a581f9b" providerId="ADAL" clId="{4017349A-7549-4284-A2E6-4E328E90356D}" dt="2020-11-08T17:46:31.667" v="3494"/>
          <ac:cxnSpMkLst>
            <pc:docMk/>
            <pc:sldMk cId="109857222" sldId="256"/>
            <ac:cxnSpMk id="137" creationId="{7EC54900-FD2D-4315-A76B-1093D7E07F52}"/>
          </ac:cxnSpMkLst>
        </pc:cxnChg>
        <pc:cxnChg chg="add del mod">
          <ac:chgData name="Meyer, Riesling M" userId="93fbefa7-80e7-4750-9506-1c476a581f9b" providerId="ADAL" clId="{4017349A-7549-4284-A2E6-4E328E90356D}" dt="2020-11-08T17:46:31.667" v="3494"/>
          <ac:cxnSpMkLst>
            <pc:docMk/>
            <pc:sldMk cId="109857222" sldId="256"/>
            <ac:cxnSpMk id="140" creationId="{944AE942-6CEE-446A-806D-230C31DFBF51}"/>
          </ac:cxnSpMkLst>
        </pc:cxnChg>
        <pc:cxnChg chg="add del mod">
          <ac:chgData name="Meyer, Riesling M" userId="93fbefa7-80e7-4750-9506-1c476a581f9b" providerId="ADAL" clId="{4017349A-7549-4284-A2E6-4E328E90356D}" dt="2020-11-08T17:46:31.667" v="3494"/>
          <ac:cxnSpMkLst>
            <pc:docMk/>
            <pc:sldMk cId="109857222" sldId="256"/>
            <ac:cxnSpMk id="141" creationId="{E29CD582-A78D-4368-9204-95B88BA99446}"/>
          </ac:cxnSpMkLst>
        </pc:cxnChg>
        <pc:cxnChg chg="add del mod">
          <ac:chgData name="Meyer, Riesling M" userId="93fbefa7-80e7-4750-9506-1c476a581f9b" providerId="ADAL" clId="{4017349A-7549-4284-A2E6-4E328E90356D}" dt="2020-11-08T17:46:31.667" v="3494"/>
          <ac:cxnSpMkLst>
            <pc:docMk/>
            <pc:sldMk cId="109857222" sldId="256"/>
            <ac:cxnSpMk id="144" creationId="{0B58EAA0-B1B9-48FD-8AB0-3FE1BECC4C4A}"/>
          </ac:cxnSpMkLst>
        </pc:cxnChg>
        <pc:cxnChg chg="add del mod">
          <ac:chgData name="Meyer, Riesling M" userId="93fbefa7-80e7-4750-9506-1c476a581f9b" providerId="ADAL" clId="{4017349A-7549-4284-A2E6-4E328E90356D}" dt="2020-11-08T17:46:31.667" v="3494"/>
          <ac:cxnSpMkLst>
            <pc:docMk/>
            <pc:sldMk cId="109857222" sldId="256"/>
            <ac:cxnSpMk id="147" creationId="{069A5032-B76C-4874-8318-27C71D465BF3}"/>
          </ac:cxnSpMkLst>
        </pc:cxnChg>
        <pc:cxnChg chg="add del mod">
          <ac:chgData name="Meyer, Riesling M" userId="93fbefa7-80e7-4750-9506-1c476a581f9b" providerId="ADAL" clId="{4017349A-7549-4284-A2E6-4E328E90356D}" dt="2020-11-08T17:46:31.667" v="3494"/>
          <ac:cxnSpMkLst>
            <pc:docMk/>
            <pc:sldMk cId="109857222" sldId="256"/>
            <ac:cxnSpMk id="151" creationId="{6802D725-3EE4-433E-99B8-CFE606064E94}"/>
          </ac:cxnSpMkLst>
        </pc:cxnChg>
        <pc:cxnChg chg="add del mod">
          <ac:chgData name="Meyer, Riesling M" userId="93fbefa7-80e7-4750-9506-1c476a581f9b" providerId="ADAL" clId="{4017349A-7549-4284-A2E6-4E328E90356D}" dt="2020-11-08T17:46:31.667" v="3494"/>
          <ac:cxnSpMkLst>
            <pc:docMk/>
            <pc:sldMk cId="109857222" sldId="256"/>
            <ac:cxnSpMk id="153" creationId="{8218CAC9-E0ED-4FDE-8205-1B50B0438E4A}"/>
          </ac:cxnSpMkLst>
        </pc:cxnChg>
        <pc:cxnChg chg="add del mod">
          <ac:chgData name="Meyer, Riesling M" userId="93fbefa7-80e7-4750-9506-1c476a581f9b" providerId="ADAL" clId="{4017349A-7549-4284-A2E6-4E328E90356D}" dt="2020-11-08T17:46:31.667" v="3494"/>
          <ac:cxnSpMkLst>
            <pc:docMk/>
            <pc:sldMk cId="109857222" sldId="256"/>
            <ac:cxnSpMk id="156" creationId="{06634587-9A6B-43C9-A861-C5CE05FD88CA}"/>
          </ac:cxnSpMkLst>
        </pc:cxnChg>
        <pc:cxnChg chg="add del mod">
          <ac:chgData name="Meyer, Riesling M" userId="93fbefa7-80e7-4750-9506-1c476a581f9b" providerId="ADAL" clId="{4017349A-7549-4284-A2E6-4E328E90356D}" dt="2020-11-08T18:14:23.612" v="4032" actId="478"/>
          <ac:cxnSpMkLst>
            <pc:docMk/>
            <pc:sldMk cId="109857222" sldId="256"/>
            <ac:cxnSpMk id="159" creationId="{B1BE88F2-F236-4357-8D7C-CDA5CF53B7A0}"/>
          </ac:cxnSpMkLst>
        </pc:cxnChg>
        <pc:cxnChg chg="add del mod">
          <ac:chgData name="Meyer, Riesling M" userId="93fbefa7-80e7-4750-9506-1c476a581f9b" providerId="ADAL" clId="{4017349A-7549-4284-A2E6-4E328E90356D}" dt="2020-11-08T18:14:23.612" v="4032" actId="478"/>
          <ac:cxnSpMkLst>
            <pc:docMk/>
            <pc:sldMk cId="109857222" sldId="256"/>
            <ac:cxnSpMk id="162" creationId="{18D17B19-0D01-4804-8750-7414D637ED15}"/>
          </ac:cxnSpMkLst>
        </pc:cxnChg>
        <pc:cxnChg chg="add del mod">
          <ac:chgData name="Meyer, Riesling M" userId="93fbefa7-80e7-4750-9506-1c476a581f9b" providerId="ADAL" clId="{4017349A-7549-4284-A2E6-4E328E90356D}" dt="2020-11-08T18:14:23.612" v="4032" actId="478"/>
          <ac:cxnSpMkLst>
            <pc:docMk/>
            <pc:sldMk cId="109857222" sldId="256"/>
            <ac:cxnSpMk id="167" creationId="{0A1BF9E3-94F7-40F8-9545-D22FB06F744B}"/>
          </ac:cxnSpMkLst>
        </pc:cxnChg>
        <pc:cxnChg chg="add del mod">
          <ac:chgData name="Meyer, Riesling M" userId="93fbefa7-80e7-4750-9506-1c476a581f9b" providerId="ADAL" clId="{4017349A-7549-4284-A2E6-4E328E90356D}" dt="2020-11-08T18:14:23.612" v="4032" actId="478"/>
          <ac:cxnSpMkLst>
            <pc:docMk/>
            <pc:sldMk cId="109857222" sldId="256"/>
            <ac:cxnSpMk id="172" creationId="{72FD4C65-6E26-404D-A5B5-BBCAD2FA3687}"/>
          </ac:cxnSpMkLst>
        </pc:cxnChg>
        <pc:cxnChg chg="add del mod">
          <ac:chgData name="Meyer, Riesling M" userId="93fbefa7-80e7-4750-9506-1c476a581f9b" providerId="ADAL" clId="{4017349A-7549-4284-A2E6-4E328E90356D}" dt="2020-11-08T18:14:23.612" v="4032" actId="478"/>
          <ac:cxnSpMkLst>
            <pc:docMk/>
            <pc:sldMk cId="109857222" sldId="256"/>
            <ac:cxnSpMk id="174" creationId="{AB48F7B0-877C-443F-82C9-E98B9DF76473}"/>
          </ac:cxnSpMkLst>
        </pc:cxnChg>
        <pc:cxnChg chg="add del mod">
          <ac:chgData name="Meyer, Riesling M" userId="93fbefa7-80e7-4750-9506-1c476a581f9b" providerId="ADAL" clId="{4017349A-7549-4284-A2E6-4E328E90356D}" dt="2020-11-08T18:14:23.612" v="4032" actId="478"/>
          <ac:cxnSpMkLst>
            <pc:docMk/>
            <pc:sldMk cId="109857222" sldId="256"/>
            <ac:cxnSpMk id="177" creationId="{FD63B678-0364-4516-9676-7FF30FA48D1F}"/>
          </ac:cxnSpMkLst>
        </pc:cxnChg>
        <pc:cxnChg chg="add del mod">
          <ac:chgData name="Meyer, Riesling M" userId="93fbefa7-80e7-4750-9506-1c476a581f9b" providerId="ADAL" clId="{4017349A-7549-4284-A2E6-4E328E90356D}" dt="2020-11-08T18:14:23.612" v="4032" actId="478"/>
          <ac:cxnSpMkLst>
            <pc:docMk/>
            <pc:sldMk cId="109857222" sldId="256"/>
            <ac:cxnSpMk id="180" creationId="{AA166367-6A48-4F2C-8039-5B6B3365245F}"/>
          </ac:cxnSpMkLst>
        </pc:cxnChg>
        <pc:cxnChg chg="add del mod">
          <ac:chgData name="Meyer, Riesling M" userId="93fbefa7-80e7-4750-9506-1c476a581f9b" providerId="ADAL" clId="{4017349A-7549-4284-A2E6-4E328E90356D}" dt="2020-11-08T18:14:23.612" v="4032" actId="478"/>
          <ac:cxnSpMkLst>
            <pc:docMk/>
            <pc:sldMk cId="109857222" sldId="256"/>
            <ac:cxnSpMk id="181" creationId="{3C85B698-F32F-4E5C-9683-949DD90BA5FF}"/>
          </ac:cxnSpMkLst>
        </pc:cxnChg>
        <pc:cxnChg chg="add del mod">
          <ac:chgData name="Meyer, Riesling M" userId="93fbefa7-80e7-4750-9506-1c476a581f9b" providerId="ADAL" clId="{4017349A-7549-4284-A2E6-4E328E90356D}" dt="2020-11-08T18:14:23.612" v="4032" actId="478"/>
          <ac:cxnSpMkLst>
            <pc:docMk/>
            <pc:sldMk cId="109857222" sldId="256"/>
            <ac:cxnSpMk id="184" creationId="{8F779FBC-6D73-4974-95FF-605E9ADD1A7B}"/>
          </ac:cxnSpMkLst>
        </pc:cxnChg>
        <pc:cxnChg chg="add del mod">
          <ac:chgData name="Meyer, Riesling M" userId="93fbefa7-80e7-4750-9506-1c476a581f9b" providerId="ADAL" clId="{4017349A-7549-4284-A2E6-4E328E90356D}" dt="2020-11-08T18:14:23.612" v="4032" actId="478"/>
          <ac:cxnSpMkLst>
            <pc:docMk/>
            <pc:sldMk cId="109857222" sldId="256"/>
            <ac:cxnSpMk id="187" creationId="{75F562F7-6BC5-47FC-9DA1-02798E3F8226}"/>
          </ac:cxnSpMkLst>
        </pc:cxnChg>
        <pc:cxnChg chg="add del mod">
          <ac:chgData name="Meyer, Riesling M" userId="93fbefa7-80e7-4750-9506-1c476a581f9b" providerId="ADAL" clId="{4017349A-7549-4284-A2E6-4E328E90356D}" dt="2020-11-17T00:41:43.064" v="9955" actId="123"/>
          <ac:cxnSpMkLst>
            <pc:docMk/>
            <pc:sldMk cId="109857222" sldId="256"/>
            <ac:cxnSpMk id="187" creationId="{7AF2FD8E-813E-4625-B79E-EDE5C5058816}"/>
          </ac:cxnSpMkLst>
        </pc:cxnChg>
        <pc:cxnChg chg="add del mod">
          <ac:chgData name="Meyer, Riesling M" userId="93fbefa7-80e7-4750-9506-1c476a581f9b" providerId="ADAL" clId="{4017349A-7549-4284-A2E6-4E328E90356D}" dt="2020-11-17T00:41:43.064" v="9955" actId="123"/>
          <ac:cxnSpMkLst>
            <pc:docMk/>
            <pc:sldMk cId="109857222" sldId="256"/>
            <ac:cxnSpMk id="190" creationId="{72785069-EB1A-4BB7-BB77-4A9C174B7EE7}"/>
          </ac:cxnSpMkLst>
        </pc:cxnChg>
        <pc:cxnChg chg="add del mod">
          <ac:chgData name="Meyer, Riesling M" userId="93fbefa7-80e7-4750-9506-1c476a581f9b" providerId="ADAL" clId="{4017349A-7549-4284-A2E6-4E328E90356D}" dt="2020-11-08T18:14:23.612" v="4032" actId="478"/>
          <ac:cxnSpMkLst>
            <pc:docMk/>
            <pc:sldMk cId="109857222" sldId="256"/>
            <ac:cxnSpMk id="191" creationId="{487B72CF-2205-40B6-B89A-533C725B4B80}"/>
          </ac:cxnSpMkLst>
        </pc:cxnChg>
        <pc:cxnChg chg="add del mod">
          <ac:chgData name="Meyer, Riesling M" userId="93fbefa7-80e7-4750-9506-1c476a581f9b" providerId="ADAL" clId="{4017349A-7549-4284-A2E6-4E328E90356D}" dt="2020-11-17T00:41:43.064" v="9955" actId="123"/>
          <ac:cxnSpMkLst>
            <pc:docMk/>
            <pc:sldMk cId="109857222" sldId="256"/>
            <ac:cxnSpMk id="192" creationId="{FE1F9AA0-EB9A-4E40-80B3-56DE9162A1DE}"/>
          </ac:cxnSpMkLst>
        </pc:cxnChg>
        <pc:cxnChg chg="add del mod">
          <ac:chgData name="Meyer, Riesling M" userId="93fbefa7-80e7-4750-9506-1c476a581f9b" providerId="ADAL" clId="{4017349A-7549-4284-A2E6-4E328E90356D}" dt="2020-11-08T18:14:23.612" v="4032" actId="478"/>
          <ac:cxnSpMkLst>
            <pc:docMk/>
            <pc:sldMk cId="109857222" sldId="256"/>
            <ac:cxnSpMk id="193" creationId="{8A7826C6-0176-42B5-8E86-7DFC02070E28}"/>
          </ac:cxnSpMkLst>
        </pc:cxnChg>
        <pc:cxnChg chg="add del mod">
          <ac:chgData name="Meyer, Riesling M" userId="93fbefa7-80e7-4750-9506-1c476a581f9b" providerId="ADAL" clId="{4017349A-7549-4284-A2E6-4E328E90356D}" dt="2020-11-08T18:14:23.612" v="4032" actId="478"/>
          <ac:cxnSpMkLst>
            <pc:docMk/>
            <pc:sldMk cId="109857222" sldId="256"/>
            <ac:cxnSpMk id="196" creationId="{C21875CC-2404-4920-9342-A9D6F7AA6FC5}"/>
          </ac:cxnSpMkLst>
        </pc:cxnChg>
        <pc:cxnChg chg="add mod topLvl">
          <ac:chgData name="Meyer, Riesling M" userId="93fbefa7-80e7-4750-9506-1c476a581f9b" providerId="ADAL" clId="{4017349A-7549-4284-A2E6-4E328E90356D}" dt="2020-11-17T00:41:43.064" v="9955" actId="123"/>
          <ac:cxnSpMkLst>
            <pc:docMk/>
            <pc:sldMk cId="109857222" sldId="256"/>
            <ac:cxnSpMk id="235" creationId="{5320EF98-4F0F-47FE-ADCA-7EF08DF62DE2}"/>
          </ac:cxnSpMkLst>
        </pc:cxnChg>
        <pc:cxnChg chg="add mod topLvl">
          <ac:chgData name="Meyer, Riesling M" userId="93fbefa7-80e7-4750-9506-1c476a581f9b" providerId="ADAL" clId="{4017349A-7549-4284-A2E6-4E328E90356D}" dt="2020-11-17T00:41:43.064" v="9955" actId="123"/>
          <ac:cxnSpMkLst>
            <pc:docMk/>
            <pc:sldMk cId="109857222" sldId="256"/>
            <ac:cxnSpMk id="237" creationId="{8B82AD6C-D968-4E95-BF05-34F46917A068}"/>
          </ac:cxnSpMkLst>
        </pc:cxnChg>
        <pc:cxnChg chg="add del mod">
          <ac:chgData name="Meyer, Riesling M" userId="93fbefa7-80e7-4750-9506-1c476a581f9b" providerId="ADAL" clId="{4017349A-7549-4284-A2E6-4E328E90356D}" dt="2020-11-08T18:11:23.136" v="3970" actId="478"/>
          <ac:cxnSpMkLst>
            <pc:docMk/>
            <pc:sldMk cId="109857222" sldId="256"/>
            <ac:cxnSpMk id="250" creationId="{3E3CB4CD-58C1-4E16-AAA8-A6EB81E54EC8}"/>
          </ac:cxnSpMkLst>
        </pc:cxnChg>
        <pc:cxnChg chg="add del">
          <ac:chgData name="Meyer, Riesling M" userId="93fbefa7-80e7-4750-9506-1c476a581f9b" providerId="ADAL" clId="{4017349A-7549-4284-A2E6-4E328E90356D}" dt="2020-11-08T18:10:22.898" v="3943" actId="11529"/>
          <ac:cxnSpMkLst>
            <pc:docMk/>
            <pc:sldMk cId="109857222" sldId="256"/>
            <ac:cxnSpMk id="258" creationId="{6654048E-D33E-467D-B6C5-8EF506513190}"/>
          </ac:cxnSpMkLst>
        </pc:cxnChg>
        <pc:cxnChg chg="add del">
          <ac:chgData name="Meyer, Riesling M" userId="93fbefa7-80e7-4750-9506-1c476a581f9b" providerId="ADAL" clId="{4017349A-7549-4284-A2E6-4E328E90356D}" dt="2020-11-08T18:10:22.436" v="3942" actId="11529"/>
          <ac:cxnSpMkLst>
            <pc:docMk/>
            <pc:sldMk cId="109857222" sldId="256"/>
            <ac:cxnSpMk id="260" creationId="{9F3270E7-47F2-4516-BB54-4BBC871CD625}"/>
          </ac:cxnSpMkLst>
        </pc:cxnChg>
        <pc:cxnChg chg="add del mod">
          <ac:chgData name="Meyer, Riesling M" userId="93fbefa7-80e7-4750-9506-1c476a581f9b" providerId="ADAL" clId="{4017349A-7549-4284-A2E6-4E328E90356D}" dt="2020-11-08T18:10:21.959" v="3941" actId="11529"/>
          <ac:cxnSpMkLst>
            <pc:docMk/>
            <pc:sldMk cId="109857222" sldId="256"/>
            <ac:cxnSpMk id="262" creationId="{B013B09A-3D3E-4D47-8695-8C3768FCABC8}"/>
          </ac:cxnSpMkLst>
        </pc:cxnChg>
        <pc:cxnChg chg="add del mod">
          <ac:chgData name="Meyer, Riesling M" userId="93fbefa7-80e7-4750-9506-1c476a581f9b" providerId="ADAL" clId="{4017349A-7549-4284-A2E6-4E328E90356D}" dt="2020-11-08T18:10:20.009" v="3938" actId="11529"/>
          <ac:cxnSpMkLst>
            <pc:docMk/>
            <pc:sldMk cId="109857222" sldId="256"/>
            <ac:cxnSpMk id="265" creationId="{36592691-59F4-4E34-9D96-4AA1117AE079}"/>
          </ac:cxnSpMkLst>
        </pc:cxnChg>
        <pc:cxnChg chg="add del mod">
          <ac:chgData name="Meyer, Riesling M" userId="93fbefa7-80e7-4750-9506-1c476a581f9b" providerId="ADAL" clId="{4017349A-7549-4284-A2E6-4E328E90356D}" dt="2020-11-08T18:10:19.855" v="3937" actId="11529"/>
          <ac:cxnSpMkLst>
            <pc:docMk/>
            <pc:sldMk cId="109857222" sldId="256"/>
            <ac:cxnSpMk id="267" creationId="{BD625E34-83B1-475B-BDB4-ABCFE53980F7}"/>
          </ac:cxnSpMkLst>
        </pc:cxnChg>
        <pc:cxnChg chg="add del mod">
          <ac:chgData name="Meyer, Riesling M" userId="93fbefa7-80e7-4750-9506-1c476a581f9b" providerId="ADAL" clId="{4017349A-7549-4284-A2E6-4E328E90356D}" dt="2020-11-08T18:10:16.169" v="3936" actId="11529"/>
          <ac:cxnSpMkLst>
            <pc:docMk/>
            <pc:sldMk cId="109857222" sldId="256"/>
            <ac:cxnSpMk id="269" creationId="{C09B10CA-3EA8-4590-9AA5-A313FBA4B97D}"/>
          </ac:cxnSpMkLst>
        </pc:cxnChg>
        <pc:cxnChg chg="add del mod">
          <ac:chgData name="Meyer, Riesling M" userId="93fbefa7-80e7-4750-9506-1c476a581f9b" providerId="ADAL" clId="{4017349A-7549-4284-A2E6-4E328E90356D}" dt="2020-11-08T18:10:15.954" v="3935" actId="11529"/>
          <ac:cxnSpMkLst>
            <pc:docMk/>
            <pc:sldMk cId="109857222" sldId="256"/>
            <ac:cxnSpMk id="271" creationId="{CE6EF941-C2F7-496A-9F23-3F7CEF23E848}"/>
          </ac:cxnSpMkLst>
        </pc:cxnChg>
        <pc:cxnChg chg="add del mod">
          <ac:chgData name="Meyer, Riesling M" userId="93fbefa7-80e7-4750-9506-1c476a581f9b" providerId="ADAL" clId="{4017349A-7549-4284-A2E6-4E328E90356D}" dt="2020-11-08T18:10:15.700" v="3934" actId="11529"/>
          <ac:cxnSpMkLst>
            <pc:docMk/>
            <pc:sldMk cId="109857222" sldId="256"/>
            <ac:cxnSpMk id="273" creationId="{2B616F15-F791-4A7C-BDA3-78876846187B}"/>
          </ac:cxnSpMkLst>
        </pc:cxnChg>
        <pc:cxnChg chg="add del mod">
          <ac:chgData name="Meyer, Riesling M" userId="93fbefa7-80e7-4750-9506-1c476a581f9b" providerId="ADAL" clId="{4017349A-7549-4284-A2E6-4E328E90356D}" dt="2020-11-08T18:10:15.448" v="3933" actId="11529"/>
          <ac:cxnSpMkLst>
            <pc:docMk/>
            <pc:sldMk cId="109857222" sldId="256"/>
            <ac:cxnSpMk id="275" creationId="{2C7611B1-7B1F-40CC-B8E8-5EF6FBDC7DB5}"/>
          </ac:cxnSpMkLst>
        </pc:cxnChg>
        <pc:cxnChg chg="add mod topLvl">
          <ac:chgData name="Meyer, Riesling M" userId="93fbefa7-80e7-4750-9506-1c476a581f9b" providerId="ADAL" clId="{4017349A-7549-4284-A2E6-4E328E90356D}" dt="2020-11-17T00:41:43.064" v="9955" actId="123"/>
          <ac:cxnSpMkLst>
            <pc:docMk/>
            <pc:sldMk cId="109857222" sldId="256"/>
            <ac:cxnSpMk id="277" creationId="{9E12A03E-0C0A-4B09-89C6-D534BFD9C7A9}"/>
          </ac:cxnSpMkLst>
        </pc:cxnChg>
        <pc:cxnChg chg="add mod topLvl">
          <ac:chgData name="Meyer, Riesling M" userId="93fbefa7-80e7-4750-9506-1c476a581f9b" providerId="ADAL" clId="{4017349A-7549-4284-A2E6-4E328E90356D}" dt="2020-11-17T00:41:43.064" v="9955" actId="123"/>
          <ac:cxnSpMkLst>
            <pc:docMk/>
            <pc:sldMk cId="109857222" sldId="256"/>
            <ac:cxnSpMk id="278" creationId="{ECB75594-5C5E-4488-BFCE-E526B65DD0A9}"/>
          </ac:cxnSpMkLst>
        </pc:cxnChg>
        <pc:cxnChg chg="add mod topLvl">
          <ac:chgData name="Meyer, Riesling M" userId="93fbefa7-80e7-4750-9506-1c476a581f9b" providerId="ADAL" clId="{4017349A-7549-4284-A2E6-4E328E90356D}" dt="2020-11-17T00:41:43.064" v="9955" actId="123"/>
          <ac:cxnSpMkLst>
            <pc:docMk/>
            <pc:sldMk cId="109857222" sldId="256"/>
            <ac:cxnSpMk id="279" creationId="{C70E2483-512F-4F5C-BFBB-E89FB56ADE9B}"/>
          </ac:cxnSpMkLst>
        </pc:cxnChg>
        <pc:cxnChg chg="add mod topLvl">
          <ac:chgData name="Meyer, Riesling M" userId="93fbefa7-80e7-4750-9506-1c476a581f9b" providerId="ADAL" clId="{4017349A-7549-4284-A2E6-4E328E90356D}" dt="2020-11-17T00:41:43.064" v="9955" actId="123"/>
          <ac:cxnSpMkLst>
            <pc:docMk/>
            <pc:sldMk cId="109857222" sldId="256"/>
            <ac:cxnSpMk id="280" creationId="{0D0620AC-99D6-4B4A-9D56-395B8D4080AB}"/>
          </ac:cxnSpMkLst>
        </pc:cxnChg>
        <pc:cxnChg chg="add mod topLvl">
          <ac:chgData name="Meyer, Riesling M" userId="93fbefa7-80e7-4750-9506-1c476a581f9b" providerId="ADAL" clId="{4017349A-7549-4284-A2E6-4E328E90356D}" dt="2020-11-17T00:41:43.064" v="9955" actId="123"/>
          <ac:cxnSpMkLst>
            <pc:docMk/>
            <pc:sldMk cId="109857222" sldId="256"/>
            <ac:cxnSpMk id="281" creationId="{BC3C53D5-6692-4622-A9B4-2E1B7C77DABD}"/>
          </ac:cxnSpMkLst>
        </pc:cxnChg>
        <pc:cxnChg chg="add mod topLvl">
          <ac:chgData name="Meyer, Riesling M" userId="93fbefa7-80e7-4750-9506-1c476a581f9b" providerId="ADAL" clId="{4017349A-7549-4284-A2E6-4E328E90356D}" dt="2020-11-17T00:41:43.064" v="9955" actId="123"/>
          <ac:cxnSpMkLst>
            <pc:docMk/>
            <pc:sldMk cId="109857222" sldId="256"/>
            <ac:cxnSpMk id="282" creationId="{9329E341-EF64-46B0-A76E-1E8A4B7E22A8}"/>
          </ac:cxnSpMkLst>
        </pc:cxnChg>
        <pc:cxnChg chg="add mod topLvl">
          <ac:chgData name="Meyer, Riesling M" userId="93fbefa7-80e7-4750-9506-1c476a581f9b" providerId="ADAL" clId="{4017349A-7549-4284-A2E6-4E328E90356D}" dt="2020-11-17T00:41:43.064" v="9955" actId="123"/>
          <ac:cxnSpMkLst>
            <pc:docMk/>
            <pc:sldMk cId="109857222" sldId="256"/>
            <ac:cxnSpMk id="283" creationId="{A2C92961-5A89-4975-918D-6540D4178E26}"/>
          </ac:cxnSpMkLst>
        </pc:cxnChg>
        <pc:cxnChg chg="add mod topLvl">
          <ac:chgData name="Meyer, Riesling M" userId="93fbefa7-80e7-4750-9506-1c476a581f9b" providerId="ADAL" clId="{4017349A-7549-4284-A2E6-4E328E90356D}" dt="2020-11-17T00:41:43.064" v="9955" actId="123"/>
          <ac:cxnSpMkLst>
            <pc:docMk/>
            <pc:sldMk cId="109857222" sldId="256"/>
            <ac:cxnSpMk id="286" creationId="{014EBBFB-DF8A-475F-A54C-B2531318388F}"/>
          </ac:cxnSpMkLst>
        </pc:cxnChg>
        <pc:cxnChg chg="add mod topLvl">
          <ac:chgData name="Meyer, Riesling M" userId="93fbefa7-80e7-4750-9506-1c476a581f9b" providerId="ADAL" clId="{4017349A-7549-4284-A2E6-4E328E90356D}" dt="2020-11-17T00:41:43.064" v="9955" actId="123"/>
          <ac:cxnSpMkLst>
            <pc:docMk/>
            <pc:sldMk cId="109857222" sldId="256"/>
            <ac:cxnSpMk id="288" creationId="{65EF8795-47B7-4AF3-BC9A-040A9EC69B3A}"/>
          </ac:cxnSpMkLst>
        </pc:cxnChg>
        <pc:cxnChg chg="add mod topLvl">
          <ac:chgData name="Meyer, Riesling M" userId="93fbefa7-80e7-4750-9506-1c476a581f9b" providerId="ADAL" clId="{4017349A-7549-4284-A2E6-4E328E90356D}" dt="2020-11-17T00:41:43.064" v="9955" actId="123"/>
          <ac:cxnSpMkLst>
            <pc:docMk/>
            <pc:sldMk cId="109857222" sldId="256"/>
            <ac:cxnSpMk id="293" creationId="{9560C011-8D5A-430A-A4B5-3F4227CAE98F}"/>
          </ac:cxnSpMkLst>
        </pc:cxnChg>
        <pc:cxnChg chg="add mod topLvl">
          <ac:chgData name="Meyer, Riesling M" userId="93fbefa7-80e7-4750-9506-1c476a581f9b" providerId="ADAL" clId="{4017349A-7549-4284-A2E6-4E328E90356D}" dt="2020-11-17T00:41:43.064" v="9955" actId="123"/>
          <ac:cxnSpMkLst>
            <pc:docMk/>
            <pc:sldMk cId="109857222" sldId="256"/>
            <ac:cxnSpMk id="304" creationId="{5672BBF4-3DF4-47C7-8FD2-CE31AFD7D37C}"/>
          </ac:cxnSpMkLst>
        </pc:cxnChg>
        <pc:cxnChg chg="add mod topLvl">
          <ac:chgData name="Meyer, Riesling M" userId="93fbefa7-80e7-4750-9506-1c476a581f9b" providerId="ADAL" clId="{4017349A-7549-4284-A2E6-4E328E90356D}" dt="2020-11-17T00:41:43.064" v="9955" actId="123"/>
          <ac:cxnSpMkLst>
            <pc:docMk/>
            <pc:sldMk cId="109857222" sldId="256"/>
            <ac:cxnSpMk id="306" creationId="{90FFB8F6-AD3A-4B4C-8917-08F15925BFFE}"/>
          </ac:cxnSpMkLst>
        </pc:cxnChg>
        <pc:cxnChg chg="add mod topLvl">
          <ac:chgData name="Meyer, Riesling M" userId="93fbefa7-80e7-4750-9506-1c476a581f9b" providerId="ADAL" clId="{4017349A-7549-4284-A2E6-4E328E90356D}" dt="2020-11-17T00:41:43.064" v="9955" actId="123"/>
          <ac:cxnSpMkLst>
            <pc:docMk/>
            <pc:sldMk cId="109857222" sldId="256"/>
            <ac:cxnSpMk id="308" creationId="{FCC6B0A0-244A-46EB-8B18-735F8132742E}"/>
          </ac:cxnSpMkLst>
        </pc:cxnChg>
        <pc:cxnChg chg="add del mod topLvl">
          <ac:chgData name="Meyer, Riesling M" userId="93fbefa7-80e7-4750-9506-1c476a581f9b" providerId="ADAL" clId="{4017349A-7549-4284-A2E6-4E328E90356D}" dt="2020-11-15T21:36:06.696" v="8655" actId="478"/>
          <ac:cxnSpMkLst>
            <pc:docMk/>
            <pc:sldMk cId="109857222" sldId="256"/>
            <ac:cxnSpMk id="313" creationId="{F191D22E-2596-4B89-92DB-946D91A12AC3}"/>
          </ac:cxnSpMkLst>
        </pc:cxnChg>
        <pc:cxnChg chg="add mod topLvl">
          <ac:chgData name="Meyer, Riesling M" userId="93fbefa7-80e7-4750-9506-1c476a581f9b" providerId="ADAL" clId="{4017349A-7549-4284-A2E6-4E328E90356D}" dt="2020-11-16T22:47:35.952" v="9461" actId="164"/>
          <ac:cxnSpMkLst>
            <pc:docMk/>
            <pc:sldMk cId="109857222" sldId="256"/>
            <ac:cxnSpMk id="335" creationId="{24337701-0834-4709-ABA5-50D4CF186527}"/>
          </ac:cxnSpMkLst>
        </pc:cxnChg>
        <pc:cxnChg chg="add mod topLvl">
          <ac:chgData name="Meyer, Riesling M" userId="93fbefa7-80e7-4750-9506-1c476a581f9b" providerId="ADAL" clId="{4017349A-7549-4284-A2E6-4E328E90356D}" dt="2020-11-16T22:47:35.952" v="9461" actId="164"/>
          <ac:cxnSpMkLst>
            <pc:docMk/>
            <pc:sldMk cId="109857222" sldId="256"/>
            <ac:cxnSpMk id="339" creationId="{8223C024-4CC8-448E-A1B5-003E90AB6451}"/>
          </ac:cxnSpMkLst>
        </pc:cxnChg>
        <pc:cxnChg chg="add mod topLvl">
          <ac:chgData name="Meyer, Riesling M" userId="93fbefa7-80e7-4750-9506-1c476a581f9b" providerId="ADAL" clId="{4017349A-7549-4284-A2E6-4E328E90356D}" dt="2020-11-16T22:47:35.952" v="9461" actId="164"/>
          <ac:cxnSpMkLst>
            <pc:docMk/>
            <pc:sldMk cId="109857222" sldId="256"/>
            <ac:cxnSpMk id="341" creationId="{88F5BF92-52D8-4AA5-AAEE-B043CCCBCE32}"/>
          </ac:cxnSpMkLst>
        </pc:cxnChg>
        <pc:cxnChg chg="add mod topLvl">
          <ac:chgData name="Meyer, Riesling M" userId="93fbefa7-80e7-4750-9506-1c476a581f9b" providerId="ADAL" clId="{4017349A-7549-4284-A2E6-4E328E90356D}" dt="2020-11-16T22:47:35.952" v="9461" actId="164"/>
          <ac:cxnSpMkLst>
            <pc:docMk/>
            <pc:sldMk cId="109857222" sldId="256"/>
            <ac:cxnSpMk id="344" creationId="{38F5EEF9-6CB8-4C09-9268-4B3A60975D8C}"/>
          </ac:cxnSpMkLst>
        </pc:cxnChg>
        <pc:cxnChg chg="add mod topLvl">
          <ac:chgData name="Meyer, Riesling M" userId="93fbefa7-80e7-4750-9506-1c476a581f9b" providerId="ADAL" clId="{4017349A-7549-4284-A2E6-4E328E90356D}" dt="2020-11-16T22:47:35.952" v="9461" actId="164"/>
          <ac:cxnSpMkLst>
            <pc:docMk/>
            <pc:sldMk cId="109857222" sldId="256"/>
            <ac:cxnSpMk id="348" creationId="{283C880A-B1AB-4734-BAD0-0120BC214F1E}"/>
          </ac:cxnSpMkLst>
        </pc:cxnChg>
        <pc:cxnChg chg="add del">
          <ac:chgData name="Meyer, Riesling M" userId="93fbefa7-80e7-4750-9506-1c476a581f9b" providerId="ADAL" clId="{4017349A-7549-4284-A2E6-4E328E90356D}" dt="2020-11-08T18:53:22.259" v="4948" actId="478"/>
          <ac:cxnSpMkLst>
            <pc:docMk/>
            <pc:sldMk cId="109857222" sldId="256"/>
            <ac:cxnSpMk id="363" creationId="{1D9500F7-9776-4F3A-B067-26D00C28B2F6}"/>
          </ac:cxnSpMkLst>
        </pc:cxnChg>
        <pc:cxnChg chg="add mod topLvl">
          <ac:chgData name="Meyer, Riesling M" userId="93fbefa7-80e7-4750-9506-1c476a581f9b" providerId="ADAL" clId="{4017349A-7549-4284-A2E6-4E328E90356D}" dt="2020-11-16T22:47:35.952" v="9461" actId="164"/>
          <ac:cxnSpMkLst>
            <pc:docMk/>
            <pc:sldMk cId="109857222" sldId="256"/>
            <ac:cxnSpMk id="364" creationId="{9DBAD108-6ED6-49EB-991E-33F5AE84FBD3}"/>
          </ac:cxnSpMkLst>
        </pc:cxnChg>
        <pc:cxnChg chg="add mod topLvl">
          <ac:chgData name="Meyer, Riesling M" userId="93fbefa7-80e7-4750-9506-1c476a581f9b" providerId="ADAL" clId="{4017349A-7549-4284-A2E6-4E328E90356D}" dt="2020-11-16T22:47:35.952" v="9461" actId="164"/>
          <ac:cxnSpMkLst>
            <pc:docMk/>
            <pc:sldMk cId="109857222" sldId="256"/>
            <ac:cxnSpMk id="367" creationId="{BABC9153-CBEB-4EEE-9A13-8153F22021A4}"/>
          </ac:cxnSpMkLst>
        </pc:cxnChg>
        <pc:cxnChg chg="add del mod">
          <ac:chgData name="Meyer, Riesling M" userId="93fbefa7-80e7-4750-9506-1c476a581f9b" providerId="ADAL" clId="{4017349A-7549-4284-A2E6-4E328E90356D}" dt="2020-11-08T18:53:40.920" v="4957" actId="478"/>
          <ac:cxnSpMkLst>
            <pc:docMk/>
            <pc:sldMk cId="109857222" sldId="256"/>
            <ac:cxnSpMk id="370" creationId="{CA3BDD25-EFED-4200-9C5E-E530D3E51AC5}"/>
          </ac:cxnSpMkLst>
        </pc:cxnChg>
        <pc:cxnChg chg="add mod topLvl">
          <ac:chgData name="Meyer, Riesling M" userId="93fbefa7-80e7-4750-9506-1c476a581f9b" providerId="ADAL" clId="{4017349A-7549-4284-A2E6-4E328E90356D}" dt="2020-11-16T22:47:35.952" v="9461" actId="164"/>
          <ac:cxnSpMkLst>
            <pc:docMk/>
            <pc:sldMk cId="109857222" sldId="256"/>
            <ac:cxnSpMk id="371" creationId="{DD145681-7121-4205-8391-4C57C15E4826}"/>
          </ac:cxnSpMkLst>
        </pc:cxnChg>
        <pc:cxnChg chg="add del mod">
          <ac:chgData name="Meyer, Riesling M" userId="93fbefa7-80e7-4750-9506-1c476a581f9b" providerId="ADAL" clId="{4017349A-7549-4284-A2E6-4E328E90356D}" dt="2020-11-16T22:45:13.412" v="9436" actId="478"/>
          <ac:cxnSpMkLst>
            <pc:docMk/>
            <pc:sldMk cId="109857222" sldId="256"/>
            <ac:cxnSpMk id="374" creationId="{DFDFAFA1-F83E-457B-80B3-841D07F703F7}"/>
          </ac:cxnSpMkLst>
        </pc:cxnChg>
        <pc:cxnChg chg="add mod topLvl">
          <ac:chgData name="Meyer, Riesling M" userId="93fbefa7-80e7-4750-9506-1c476a581f9b" providerId="ADAL" clId="{4017349A-7549-4284-A2E6-4E328E90356D}" dt="2020-11-16T22:47:35.952" v="9461" actId="164"/>
          <ac:cxnSpMkLst>
            <pc:docMk/>
            <pc:sldMk cId="109857222" sldId="256"/>
            <ac:cxnSpMk id="375" creationId="{A0899DFD-F3DE-476E-9CCE-C336CFEC2CF6}"/>
          </ac:cxnSpMkLst>
        </pc:cxnChg>
        <pc:cxnChg chg="add del mod">
          <ac:chgData name="Meyer, Riesling M" userId="93fbefa7-80e7-4750-9506-1c476a581f9b" providerId="ADAL" clId="{4017349A-7549-4284-A2E6-4E328E90356D}" dt="2020-11-08T18:54:20.832" v="4970" actId="478"/>
          <ac:cxnSpMkLst>
            <pc:docMk/>
            <pc:sldMk cId="109857222" sldId="256"/>
            <ac:cxnSpMk id="376" creationId="{6877ECCC-0C26-4B7D-9C20-B6330079A42C}"/>
          </ac:cxnSpMkLst>
        </pc:cxnChg>
        <pc:cxnChg chg="add del mod topLvl">
          <ac:chgData name="Meyer, Riesling M" userId="93fbefa7-80e7-4750-9506-1c476a581f9b" providerId="ADAL" clId="{4017349A-7549-4284-A2E6-4E328E90356D}" dt="2020-11-16T22:46:26.284" v="9447" actId="164"/>
          <ac:cxnSpMkLst>
            <pc:docMk/>
            <pc:sldMk cId="109857222" sldId="256"/>
            <ac:cxnSpMk id="377" creationId="{07C5E2C9-7153-47FB-BF87-4FF22B9BDCCF}"/>
          </ac:cxnSpMkLst>
        </pc:cxnChg>
        <pc:cxnChg chg="add del mod">
          <ac:chgData name="Meyer, Riesling M" userId="93fbefa7-80e7-4750-9506-1c476a581f9b" providerId="ADAL" clId="{4017349A-7549-4284-A2E6-4E328E90356D}" dt="2020-11-08T18:54:55.476" v="4977" actId="478"/>
          <ac:cxnSpMkLst>
            <pc:docMk/>
            <pc:sldMk cId="109857222" sldId="256"/>
            <ac:cxnSpMk id="378" creationId="{4FD01C5E-2849-48D9-A4F6-1B0D18B61015}"/>
          </ac:cxnSpMkLst>
        </pc:cxnChg>
        <pc:cxnChg chg="add del mod">
          <ac:chgData name="Meyer, Riesling M" userId="93fbefa7-80e7-4750-9506-1c476a581f9b" providerId="ADAL" clId="{4017349A-7549-4284-A2E6-4E328E90356D}" dt="2020-11-08T18:54:52.904" v="4976" actId="478"/>
          <ac:cxnSpMkLst>
            <pc:docMk/>
            <pc:sldMk cId="109857222" sldId="256"/>
            <ac:cxnSpMk id="379" creationId="{B64B3045-556F-4057-A882-67979DB1CD4F}"/>
          </ac:cxnSpMkLst>
        </pc:cxnChg>
        <pc:cxnChg chg="add mod topLvl">
          <ac:chgData name="Meyer, Riesling M" userId="93fbefa7-80e7-4750-9506-1c476a581f9b" providerId="ADAL" clId="{4017349A-7549-4284-A2E6-4E328E90356D}" dt="2020-11-16T22:46:26.284" v="9447" actId="164"/>
          <ac:cxnSpMkLst>
            <pc:docMk/>
            <pc:sldMk cId="109857222" sldId="256"/>
            <ac:cxnSpMk id="382" creationId="{4BDB41C9-22E8-4FAC-9658-5BCE3161053F}"/>
          </ac:cxnSpMkLst>
        </pc:cxnChg>
        <pc:cxnChg chg="add mod topLvl">
          <ac:chgData name="Meyer, Riesling M" userId="93fbefa7-80e7-4750-9506-1c476a581f9b" providerId="ADAL" clId="{4017349A-7549-4284-A2E6-4E328E90356D}" dt="2020-11-16T22:47:35.952" v="9461" actId="164"/>
          <ac:cxnSpMkLst>
            <pc:docMk/>
            <pc:sldMk cId="109857222" sldId="256"/>
            <ac:cxnSpMk id="385" creationId="{1684B5CB-DEEF-4889-B9B6-40DEAC17CBD9}"/>
          </ac:cxnSpMkLst>
        </pc:cxnChg>
        <pc:cxnChg chg="add mod topLvl">
          <ac:chgData name="Meyer, Riesling M" userId="93fbefa7-80e7-4750-9506-1c476a581f9b" providerId="ADAL" clId="{4017349A-7549-4284-A2E6-4E328E90356D}" dt="2020-11-16T22:47:35.952" v="9461" actId="164"/>
          <ac:cxnSpMkLst>
            <pc:docMk/>
            <pc:sldMk cId="109857222" sldId="256"/>
            <ac:cxnSpMk id="387" creationId="{02A73B2D-9A84-4672-8445-1852EAA1AFDC}"/>
          </ac:cxnSpMkLst>
        </pc:cxnChg>
        <pc:cxnChg chg="mod">
          <ac:chgData name="Meyer, Riesling M" userId="93fbefa7-80e7-4750-9506-1c476a581f9b" providerId="ADAL" clId="{4017349A-7549-4284-A2E6-4E328E90356D}" dt="2020-11-08T19:13:03.132" v="5975" actId="571"/>
          <ac:cxnSpMkLst>
            <pc:docMk/>
            <pc:sldMk cId="109857222" sldId="256"/>
            <ac:cxnSpMk id="405" creationId="{A57B5F3C-6CFF-4E97-95AA-1EC2A596A62A}"/>
          </ac:cxnSpMkLst>
        </pc:cxnChg>
        <pc:cxnChg chg="mod">
          <ac:chgData name="Meyer, Riesling M" userId="93fbefa7-80e7-4750-9506-1c476a581f9b" providerId="ADAL" clId="{4017349A-7549-4284-A2E6-4E328E90356D}" dt="2020-11-08T19:13:03.132" v="5975" actId="571"/>
          <ac:cxnSpMkLst>
            <pc:docMk/>
            <pc:sldMk cId="109857222" sldId="256"/>
            <ac:cxnSpMk id="406" creationId="{A16CEC2F-9AB4-45C7-BFA7-637B00E0858A}"/>
          </ac:cxnSpMkLst>
        </pc:cxnChg>
        <pc:cxnChg chg="mod">
          <ac:chgData name="Meyer, Riesling M" userId="93fbefa7-80e7-4750-9506-1c476a581f9b" providerId="ADAL" clId="{4017349A-7549-4284-A2E6-4E328E90356D}" dt="2020-11-08T19:13:03.132" v="5975" actId="571"/>
          <ac:cxnSpMkLst>
            <pc:docMk/>
            <pc:sldMk cId="109857222" sldId="256"/>
            <ac:cxnSpMk id="407" creationId="{A3C06CA9-DD35-4345-B84C-E5A4529ABF13}"/>
          </ac:cxnSpMkLst>
        </pc:cxnChg>
        <pc:cxnChg chg="mod">
          <ac:chgData name="Meyer, Riesling M" userId="93fbefa7-80e7-4750-9506-1c476a581f9b" providerId="ADAL" clId="{4017349A-7549-4284-A2E6-4E328E90356D}" dt="2020-11-08T19:13:03.132" v="5975" actId="571"/>
          <ac:cxnSpMkLst>
            <pc:docMk/>
            <pc:sldMk cId="109857222" sldId="256"/>
            <ac:cxnSpMk id="408" creationId="{7168BBCA-E533-4444-BD59-BEBE44C0A010}"/>
          </ac:cxnSpMkLst>
        </pc:cxnChg>
        <pc:cxnChg chg="mod">
          <ac:chgData name="Meyer, Riesling M" userId="93fbefa7-80e7-4750-9506-1c476a581f9b" providerId="ADAL" clId="{4017349A-7549-4284-A2E6-4E328E90356D}" dt="2020-11-08T19:13:03.132" v="5975" actId="571"/>
          <ac:cxnSpMkLst>
            <pc:docMk/>
            <pc:sldMk cId="109857222" sldId="256"/>
            <ac:cxnSpMk id="409" creationId="{5BCDF6C1-FDB7-4BF8-937E-2F96A1C89A7D}"/>
          </ac:cxnSpMkLst>
        </pc:cxnChg>
        <pc:cxnChg chg="mod">
          <ac:chgData name="Meyer, Riesling M" userId="93fbefa7-80e7-4750-9506-1c476a581f9b" providerId="ADAL" clId="{4017349A-7549-4284-A2E6-4E328E90356D}" dt="2020-11-08T19:13:03.132" v="5975" actId="571"/>
          <ac:cxnSpMkLst>
            <pc:docMk/>
            <pc:sldMk cId="109857222" sldId="256"/>
            <ac:cxnSpMk id="416" creationId="{0D294597-9AF8-456B-BBA6-20C50106F54C}"/>
          </ac:cxnSpMkLst>
        </pc:cxnChg>
        <pc:cxnChg chg="mod">
          <ac:chgData name="Meyer, Riesling M" userId="93fbefa7-80e7-4750-9506-1c476a581f9b" providerId="ADAL" clId="{4017349A-7549-4284-A2E6-4E328E90356D}" dt="2020-11-08T19:13:03.132" v="5975" actId="571"/>
          <ac:cxnSpMkLst>
            <pc:docMk/>
            <pc:sldMk cId="109857222" sldId="256"/>
            <ac:cxnSpMk id="417" creationId="{13FAAD32-5EB7-44D9-B3E0-489CBF72ED5B}"/>
          </ac:cxnSpMkLst>
        </pc:cxnChg>
        <pc:cxnChg chg="mod">
          <ac:chgData name="Meyer, Riesling M" userId="93fbefa7-80e7-4750-9506-1c476a581f9b" providerId="ADAL" clId="{4017349A-7549-4284-A2E6-4E328E90356D}" dt="2020-11-08T19:13:03.132" v="5975" actId="571"/>
          <ac:cxnSpMkLst>
            <pc:docMk/>
            <pc:sldMk cId="109857222" sldId="256"/>
            <ac:cxnSpMk id="418" creationId="{25119B72-915C-4396-8F0E-912B609CCA01}"/>
          </ac:cxnSpMkLst>
        </pc:cxnChg>
        <pc:cxnChg chg="mod">
          <ac:chgData name="Meyer, Riesling M" userId="93fbefa7-80e7-4750-9506-1c476a581f9b" providerId="ADAL" clId="{4017349A-7549-4284-A2E6-4E328E90356D}" dt="2020-11-08T19:13:03.132" v="5975" actId="571"/>
          <ac:cxnSpMkLst>
            <pc:docMk/>
            <pc:sldMk cId="109857222" sldId="256"/>
            <ac:cxnSpMk id="419" creationId="{A6889708-8E13-4A41-A867-215CB90A0953}"/>
          </ac:cxnSpMkLst>
        </pc:cxnChg>
        <pc:cxnChg chg="mod">
          <ac:chgData name="Meyer, Riesling M" userId="93fbefa7-80e7-4750-9506-1c476a581f9b" providerId="ADAL" clId="{4017349A-7549-4284-A2E6-4E328E90356D}" dt="2020-11-08T19:13:03.132" v="5975" actId="571"/>
          <ac:cxnSpMkLst>
            <pc:docMk/>
            <pc:sldMk cId="109857222" sldId="256"/>
            <ac:cxnSpMk id="420" creationId="{EA208B64-E7B1-4A7A-9FA3-557FE9178C2F}"/>
          </ac:cxnSpMkLst>
        </pc:cxnChg>
        <pc:cxnChg chg="mod">
          <ac:chgData name="Meyer, Riesling M" userId="93fbefa7-80e7-4750-9506-1c476a581f9b" providerId="ADAL" clId="{4017349A-7549-4284-A2E6-4E328E90356D}" dt="2020-11-08T19:13:03.132" v="5975" actId="571"/>
          <ac:cxnSpMkLst>
            <pc:docMk/>
            <pc:sldMk cId="109857222" sldId="256"/>
            <ac:cxnSpMk id="421" creationId="{B95BC35C-4D3D-4A6E-A619-B2543068A052}"/>
          </ac:cxnSpMkLst>
        </pc:cxnChg>
        <pc:cxnChg chg="mod">
          <ac:chgData name="Meyer, Riesling M" userId="93fbefa7-80e7-4750-9506-1c476a581f9b" providerId="ADAL" clId="{4017349A-7549-4284-A2E6-4E328E90356D}" dt="2020-11-08T19:13:03.132" v="5975" actId="571"/>
          <ac:cxnSpMkLst>
            <pc:docMk/>
            <pc:sldMk cId="109857222" sldId="256"/>
            <ac:cxnSpMk id="422" creationId="{34F53BB5-05A1-4832-A613-443C617DDEFF}"/>
          </ac:cxnSpMkLst>
        </pc:cxnChg>
        <pc:cxnChg chg="mod">
          <ac:chgData name="Meyer, Riesling M" userId="93fbefa7-80e7-4750-9506-1c476a581f9b" providerId="ADAL" clId="{4017349A-7549-4284-A2E6-4E328E90356D}" dt="2020-11-08T19:13:03.132" v="5975" actId="571"/>
          <ac:cxnSpMkLst>
            <pc:docMk/>
            <pc:sldMk cId="109857222" sldId="256"/>
            <ac:cxnSpMk id="423" creationId="{407333D9-39A1-46E8-9AEC-958E01BC89EC}"/>
          </ac:cxnSpMkLst>
        </pc:cxnChg>
        <pc:cxnChg chg="mod">
          <ac:chgData name="Meyer, Riesling M" userId="93fbefa7-80e7-4750-9506-1c476a581f9b" providerId="ADAL" clId="{4017349A-7549-4284-A2E6-4E328E90356D}" dt="2020-11-08T19:13:03.132" v="5975" actId="571"/>
          <ac:cxnSpMkLst>
            <pc:docMk/>
            <pc:sldMk cId="109857222" sldId="256"/>
            <ac:cxnSpMk id="424" creationId="{AE571F99-06E2-444F-9667-1FCA24799409}"/>
          </ac:cxnSpMkLst>
        </pc:cxnChg>
      </pc:sldChg>
      <pc:sldChg chg="addSp delSp new del mod">
        <pc:chgData name="Meyer, Riesling M" userId="93fbefa7-80e7-4750-9506-1c476a581f9b" providerId="ADAL" clId="{4017349A-7549-4284-A2E6-4E328E90356D}" dt="2020-11-08T17:38:20.159" v="3489" actId="47"/>
        <pc:sldMkLst>
          <pc:docMk/>
          <pc:sldMk cId="742128453" sldId="257"/>
        </pc:sldMkLst>
        <pc:spChg chg="del">
          <ac:chgData name="Meyer, Riesling M" userId="93fbefa7-80e7-4750-9506-1c476a581f9b" providerId="ADAL" clId="{4017349A-7549-4284-A2E6-4E328E90356D}" dt="2020-11-08T17:38:06.177" v="3485" actId="478"/>
          <ac:spMkLst>
            <pc:docMk/>
            <pc:sldMk cId="742128453" sldId="257"/>
            <ac:spMk id="3" creationId="{36BEE5AC-2259-4122-B339-4D8F2B83BB98}"/>
          </ac:spMkLst>
        </pc:spChg>
        <pc:spChg chg="add del">
          <ac:chgData name="Meyer, Riesling M" userId="93fbefa7-80e7-4750-9506-1c476a581f9b" providerId="ADAL" clId="{4017349A-7549-4284-A2E6-4E328E90356D}" dt="2020-11-08T17:38:08.648" v="3487" actId="22"/>
          <ac:spMkLst>
            <pc:docMk/>
            <pc:sldMk cId="742128453" sldId="257"/>
            <ac:spMk id="5" creationId="{D7D024CB-8B31-4556-9567-E1FDF3FBE325}"/>
          </ac:spMkLst>
        </pc:spChg>
      </pc:sldChg>
      <pc:sldChg chg="addSp delSp modSp new del mod">
        <pc:chgData name="Meyer, Riesling M" userId="93fbefa7-80e7-4750-9506-1c476a581f9b" providerId="ADAL" clId="{4017349A-7549-4284-A2E6-4E328E90356D}" dt="2020-11-07T20:24:53.688" v="3483" actId="47"/>
        <pc:sldMkLst>
          <pc:docMk/>
          <pc:sldMk cId="2838082204" sldId="257"/>
        </pc:sldMkLst>
        <pc:spChg chg="del">
          <ac:chgData name="Meyer, Riesling M" userId="93fbefa7-80e7-4750-9506-1c476a581f9b" providerId="ADAL" clId="{4017349A-7549-4284-A2E6-4E328E90356D}" dt="2020-11-07T19:44:43.905" v="1320" actId="478"/>
          <ac:spMkLst>
            <pc:docMk/>
            <pc:sldMk cId="2838082204" sldId="257"/>
            <ac:spMk id="2" creationId="{C23B326D-D8CB-4285-930F-51463B58BDD9}"/>
          </ac:spMkLst>
        </pc:spChg>
        <pc:spChg chg="del">
          <ac:chgData name="Meyer, Riesling M" userId="93fbefa7-80e7-4750-9506-1c476a581f9b" providerId="ADAL" clId="{4017349A-7549-4284-A2E6-4E328E90356D}" dt="2020-11-07T19:44:44.920" v="1321" actId="478"/>
          <ac:spMkLst>
            <pc:docMk/>
            <pc:sldMk cId="2838082204" sldId="257"/>
            <ac:spMk id="3" creationId="{4D532E07-DC72-49C1-8300-1FD95766DCF1}"/>
          </ac:spMkLst>
        </pc:spChg>
        <pc:spChg chg="add mod">
          <ac:chgData name="Meyer, Riesling M" userId="93fbefa7-80e7-4750-9506-1c476a581f9b" providerId="ADAL" clId="{4017349A-7549-4284-A2E6-4E328E90356D}" dt="2020-11-07T19:46:59.204" v="1418" actId="14100"/>
          <ac:spMkLst>
            <pc:docMk/>
            <pc:sldMk cId="2838082204" sldId="257"/>
            <ac:spMk id="4" creationId="{A57ED721-3235-4715-8505-3E8557E2908A}"/>
          </ac:spMkLst>
        </pc:spChg>
        <pc:spChg chg="add mod">
          <ac:chgData name="Meyer, Riesling M" userId="93fbefa7-80e7-4750-9506-1c476a581f9b" providerId="ADAL" clId="{4017349A-7549-4284-A2E6-4E328E90356D}" dt="2020-11-07T19:46:55.533" v="1416" actId="14100"/>
          <ac:spMkLst>
            <pc:docMk/>
            <pc:sldMk cId="2838082204" sldId="257"/>
            <ac:spMk id="5" creationId="{1C08FB86-D205-4AEF-9FBE-19E743D6EBE9}"/>
          </ac:spMkLst>
        </pc:spChg>
        <pc:spChg chg="add mod">
          <ac:chgData name="Meyer, Riesling M" userId="93fbefa7-80e7-4750-9506-1c476a581f9b" providerId="ADAL" clId="{4017349A-7549-4284-A2E6-4E328E90356D}" dt="2020-11-07T19:46:56.989" v="1417" actId="313"/>
          <ac:spMkLst>
            <pc:docMk/>
            <pc:sldMk cId="2838082204" sldId="257"/>
            <ac:spMk id="7" creationId="{28195775-3458-4201-BBD3-F88E8DF7382E}"/>
          </ac:spMkLst>
        </pc:spChg>
        <pc:spChg chg="add mod">
          <ac:chgData name="Meyer, Riesling M" userId="93fbefa7-80e7-4750-9506-1c476a581f9b" providerId="ADAL" clId="{4017349A-7549-4284-A2E6-4E328E90356D}" dt="2020-11-07T19:47:33.933" v="1497" actId="20577"/>
          <ac:spMkLst>
            <pc:docMk/>
            <pc:sldMk cId="2838082204" sldId="257"/>
            <ac:spMk id="9" creationId="{44F78433-A8A4-404F-99C3-640CB2FF32DE}"/>
          </ac:spMkLst>
        </pc:spChg>
        <pc:spChg chg="add mod">
          <ac:chgData name="Meyer, Riesling M" userId="93fbefa7-80e7-4750-9506-1c476a581f9b" providerId="ADAL" clId="{4017349A-7549-4284-A2E6-4E328E90356D}" dt="2020-11-07T19:47:39.219" v="1499" actId="1076"/>
          <ac:spMkLst>
            <pc:docMk/>
            <pc:sldMk cId="2838082204" sldId="257"/>
            <ac:spMk id="11" creationId="{79BA0FBC-E1E8-4C8F-840C-C9F78EC72537}"/>
          </ac:spMkLst>
        </pc:spChg>
      </pc:sldChg>
      <pc:sldChg chg="addSp delSp modSp add del mod">
        <pc:chgData name="Meyer, Riesling M" userId="93fbefa7-80e7-4750-9506-1c476a581f9b" providerId="ADAL" clId="{4017349A-7549-4284-A2E6-4E328E90356D}" dt="2020-11-15T18:44:14.819" v="7451" actId="47"/>
        <pc:sldMkLst>
          <pc:docMk/>
          <pc:sldMk cId="3222852256" sldId="257"/>
        </pc:sldMkLst>
        <pc:spChg chg="mod">
          <ac:chgData name="Meyer, Riesling M" userId="93fbefa7-80e7-4750-9506-1c476a581f9b" providerId="ADAL" clId="{4017349A-7549-4284-A2E6-4E328E90356D}" dt="2020-11-15T16:31:09.200" v="6518" actId="12788"/>
          <ac:spMkLst>
            <pc:docMk/>
            <pc:sldMk cId="3222852256" sldId="257"/>
            <ac:spMk id="4" creationId="{3EEA5189-F317-4648-9B82-E077C43572D3}"/>
          </ac:spMkLst>
        </pc:spChg>
        <pc:spChg chg="mod topLvl">
          <ac:chgData name="Meyer, Riesling M" userId="93fbefa7-80e7-4750-9506-1c476a581f9b" providerId="ADAL" clId="{4017349A-7549-4284-A2E6-4E328E90356D}" dt="2020-11-15T16:31:42.640" v="6528" actId="165"/>
          <ac:spMkLst>
            <pc:docMk/>
            <pc:sldMk cId="3222852256" sldId="257"/>
            <ac:spMk id="5" creationId="{5764D483-4484-4DFA-A86D-FF83149F4770}"/>
          </ac:spMkLst>
        </pc:spChg>
        <pc:spChg chg="add del mod">
          <ac:chgData name="Meyer, Riesling M" userId="93fbefa7-80e7-4750-9506-1c476a581f9b" providerId="ADAL" clId="{4017349A-7549-4284-A2E6-4E328E90356D}" dt="2020-11-15T16:33:12.402" v="6566" actId="478"/>
          <ac:spMkLst>
            <pc:docMk/>
            <pc:sldMk cId="3222852256" sldId="257"/>
            <ac:spMk id="10" creationId="{D5088677-9503-4950-ABCC-FA21D1A10BE0}"/>
          </ac:spMkLst>
        </pc:spChg>
        <pc:spChg chg="mod">
          <ac:chgData name="Meyer, Riesling M" userId="93fbefa7-80e7-4750-9506-1c476a581f9b" providerId="ADAL" clId="{4017349A-7549-4284-A2E6-4E328E90356D}" dt="2020-11-15T16:31:09.200" v="6518" actId="12788"/>
          <ac:spMkLst>
            <pc:docMk/>
            <pc:sldMk cId="3222852256" sldId="257"/>
            <ac:spMk id="11" creationId="{56C95DBF-9F8B-45DC-A021-AD08BE4A627D}"/>
          </ac:spMkLst>
        </pc:spChg>
        <pc:spChg chg="mod">
          <ac:chgData name="Meyer, Riesling M" userId="93fbefa7-80e7-4750-9506-1c476a581f9b" providerId="ADAL" clId="{4017349A-7549-4284-A2E6-4E328E90356D}" dt="2020-11-15T16:31:09.200" v="6518" actId="12788"/>
          <ac:spMkLst>
            <pc:docMk/>
            <pc:sldMk cId="3222852256" sldId="257"/>
            <ac:spMk id="12" creationId="{EE43B342-DE2A-4785-AFAB-6DE599AC5AFF}"/>
          </ac:spMkLst>
        </pc:spChg>
        <pc:spChg chg="mod topLvl">
          <ac:chgData name="Meyer, Riesling M" userId="93fbefa7-80e7-4750-9506-1c476a581f9b" providerId="ADAL" clId="{4017349A-7549-4284-A2E6-4E328E90356D}" dt="2020-11-15T16:32:12.518" v="6537" actId="14100"/>
          <ac:spMkLst>
            <pc:docMk/>
            <pc:sldMk cId="3222852256" sldId="257"/>
            <ac:spMk id="14" creationId="{A24EF8AF-B6A2-4956-914E-5EDB7423D2CF}"/>
          </ac:spMkLst>
        </pc:spChg>
        <pc:spChg chg="add mod">
          <ac:chgData name="Meyer, Riesling M" userId="93fbefa7-80e7-4750-9506-1c476a581f9b" providerId="ADAL" clId="{4017349A-7549-4284-A2E6-4E328E90356D}" dt="2020-11-15T16:33:24.173" v="6568" actId="1076"/>
          <ac:spMkLst>
            <pc:docMk/>
            <pc:sldMk cId="3222852256" sldId="257"/>
            <ac:spMk id="15" creationId="{F8EB69BE-5E60-4818-8ACB-363784022A20}"/>
          </ac:spMkLst>
        </pc:spChg>
        <pc:spChg chg="mod topLvl">
          <ac:chgData name="Meyer, Riesling M" userId="93fbefa7-80e7-4750-9506-1c476a581f9b" providerId="ADAL" clId="{4017349A-7549-4284-A2E6-4E328E90356D}" dt="2020-11-15T16:31:42.640" v="6528" actId="165"/>
          <ac:spMkLst>
            <pc:docMk/>
            <pc:sldMk cId="3222852256" sldId="257"/>
            <ac:spMk id="16" creationId="{92733FBA-0BC5-4C79-9D5D-139F837F837E}"/>
          </ac:spMkLst>
        </pc:spChg>
        <pc:spChg chg="add del">
          <ac:chgData name="Meyer, Riesling M" userId="93fbefa7-80e7-4750-9506-1c476a581f9b" providerId="ADAL" clId="{4017349A-7549-4284-A2E6-4E328E90356D}" dt="2020-11-15T16:33:36.057" v="6570" actId="22"/>
          <ac:spMkLst>
            <pc:docMk/>
            <pc:sldMk cId="3222852256" sldId="257"/>
            <ac:spMk id="17" creationId="{C72CCFA1-389B-444F-BECA-47FD98D2DCBD}"/>
          </ac:spMkLst>
        </pc:spChg>
        <pc:spChg chg="mod topLvl">
          <ac:chgData name="Meyer, Riesling M" userId="93fbefa7-80e7-4750-9506-1c476a581f9b" providerId="ADAL" clId="{4017349A-7549-4284-A2E6-4E328E90356D}" dt="2020-11-15T16:31:42.640" v="6528" actId="165"/>
          <ac:spMkLst>
            <pc:docMk/>
            <pc:sldMk cId="3222852256" sldId="257"/>
            <ac:spMk id="18" creationId="{BA4FA3BF-55E2-4149-A7A2-40642A856AA4}"/>
          </ac:spMkLst>
        </pc:spChg>
        <pc:spChg chg="add del">
          <ac:chgData name="Meyer, Riesling M" userId="93fbefa7-80e7-4750-9506-1c476a581f9b" providerId="ADAL" clId="{4017349A-7549-4284-A2E6-4E328E90356D}" dt="2020-11-15T16:33:55.077" v="6572" actId="22"/>
          <ac:spMkLst>
            <pc:docMk/>
            <pc:sldMk cId="3222852256" sldId="257"/>
            <ac:spMk id="19" creationId="{D5785CBF-D454-4CD2-8812-543748E0F266}"/>
          </ac:spMkLst>
        </pc:spChg>
        <pc:spChg chg="mod topLvl">
          <ac:chgData name="Meyer, Riesling M" userId="93fbefa7-80e7-4750-9506-1c476a581f9b" providerId="ADAL" clId="{4017349A-7549-4284-A2E6-4E328E90356D}" dt="2020-11-15T16:33:10.430" v="6565" actId="14100"/>
          <ac:spMkLst>
            <pc:docMk/>
            <pc:sldMk cId="3222852256" sldId="257"/>
            <ac:spMk id="20" creationId="{EBEA1970-1CF2-4254-BD2F-6671E90C69D0}"/>
          </ac:spMkLst>
        </pc:spChg>
        <pc:spChg chg="mod topLvl">
          <ac:chgData name="Meyer, Riesling M" userId="93fbefa7-80e7-4750-9506-1c476a581f9b" providerId="ADAL" clId="{4017349A-7549-4284-A2E6-4E328E90356D}" dt="2020-11-15T16:32:26.866" v="6541" actId="165"/>
          <ac:spMkLst>
            <pc:docMk/>
            <pc:sldMk cId="3222852256" sldId="257"/>
            <ac:spMk id="22" creationId="{D7FC9225-34E6-4D3D-94A4-6246B6158FC1}"/>
          </ac:spMkLst>
        </pc:spChg>
        <pc:spChg chg="mod topLvl">
          <ac:chgData name="Meyer, Riesling M" userId="93fbefa7-80e7-4750-9506-1c476a581f9b" providerId="ADAL" clId="{4017349A-7549-4284-A2E6-4E328E90356D}" dt="2020-11-15T16:32:26.866" v="6541" actId="165"/>
          <ac:spMkLst>
            <pc:docMk/>
            <pc:sldMk cId="3222852256" sldId="257"/>
            <ac:spMk id="24" creationId="{5AED4A8B-70F1-4348-A427-78719E9B6D10}"/>
          </ac:spMkLst>
        </pc:spChg>
        <pc:spChg chg="del">
          <ac:chgData name="Meyer, Riesling M" userId="93fbefa7-80e7-4750-9506-1c476a581f9b" providerId="ADAL" clId="{4017349A-7549-4284-A2E6-4E328E90356D}" dt="2020-11-15T16:29:25.862" v="6494" actId="478"/>
          <ac:spMkLst>
            <pc:docMk/>
            <pc:sldMk cId="3222852256" sldId="257"/>
            <ac:spMk id="28" creationId="{A47AB34D-BBDD-4CBC-BA7C-6DE0B13DCEBA}"/>
          </ac:spMkLst>
        </pc:spChg>
        <pc:spChg chg="del">
          <ac:chgData name="Meyer, Riesling M" userId="93fbefa7-80e7-4750-9506-1c476a581f9b" providerId="ADAL" clId="{4017349A-7549-4284-A2E6-4E328E90356D}" dt="2020-11-15T16:29:25.862" v="6494" actId="478"/>
          <ac:spMkLst>
            <pc:docMk/>
            <pc:sldMk cId="3222852256" sldId="257"/>
            <ac:spMk id="30" creationId="{54A3C510-C1DD-43C0-AF39-EE1678F9EA72}"/>
          </ac:spMkLst>
        </pc:spChg>
        <pc:spChg chg="del">
          <ac:chgData name="Meyer, Riesling M" userId="93fbefa7-80e7-4750-9506-1c476a581f9b" providerId="ADAL" clId="{4017349A-7549-4284-A2E6-4E328E90356D}" dt="2020-11-15T16:29:28.670" v="6495" actId="478"/>
          <ac:spMkLst>
            <pc:docMk/>
            <pc:sldMk cId="3222852256" sldId="257"/>
            <ac:spMk id="34" creationId="{5752C6F4-9F8D-4CAD-9554-DDF2FBFA5D50}"/>
          </ac:spMkLst>
        </pc:spChg>
        <pc:spChg chg="del">
          <ac:chgData name="Meyer, Riesling M" userId="93fbefa7-80e7-4750-9506-1c476a581f9b" providerId="ADAL" clId="{4017349A-7549-4284-A2E6-4E328E90356D}" dt="2020-11-15T16:29:28.670" v="6495" actId="478"/>
          <ac:spMkLst>
            <pc:docMk/>
            <pc:sldMk cId="3222852256" sldId="257"/>
            <ac:spMk id="36" creationId="{00B901DF-95C0-4D73-B9CC-A49A9EAF6820}"/>
          </ac:spMkLst>
        </pc:spChg>
        <pc:spChg chg="del">
          <ac:chgData name="Meyer, Riesling M" userId="93fbefa7-80e7-4750-9506-1c476a581f9b" providerId="ADAL" clId="{4017349A-7549-4284-A2E6-4E328E90356D}" dt="2020-11-15T16:29:28.670" v="6495" actId="478"/>
          <ac:spMkLst>
            <pc:docMk/>
            <pc:sldMk cId="3222852256" sldId="257"/>
            <ac:spMk id="38" creationId="{B740D1D1-FBE1-413F-85CC-0175F0DDA3BD}"/>
          </ac:spMkLst>
        </pc:spChg>
        <pc:spChg chg="mod">
          <ac:chgData name="Meyer, Riesling M" userId="93fbefa7-80e7-4750-9506-1c476a581f9b" providerId="ADAL" clId="{4017349A-7549-4284-A2E6-4E328E90356D}" dt="2020-11-15T16:31:42.640" v="6528" actId="165"/>
          <ac:spMkLst>
            <pc:docMk/>
            <pc:sldMk cId="3222852256" sldId="257"/>
            <ac:spMk id="45" creationId="{A1EF9672-9756-4422-B7D6-CFCEAEEB98F3}"/>
          </ac:spMkLst>
        </pc:spChg>
        <pc:spChg chg="mod">
          <ac:chgData name="Meyer, Riesling M" userId="93fbefa7-80e7-4750-9506-1c476a581f9b" providerId="ADAL" clId="{4017349A-7549-4284-A2E6-4E328E90356D}" dt="2020-11-15T16:31:42.640" v="6528" actId="165"/>
          <ac:spMkLst>
            <pc:docMk/>
            <pc:sldMk cId="3222852256" sldId="257"/>
            <ac:spMk id="47" creationId="{F26A26F2-6D62-4014-8231-C84C8054229D}"/>
          </ac:spMkLst>
        </pc:spChg>
        <pc:spChg chg="mod">
          <ac:chgData name="Meyer, Riesling M" userId="93fbefa7-80e7-4750-9506-1c476a581f9b" providerId="ADAL" clId="{4017349A-7549-4284-A2E6-4E328E90356D}" dt="2020-11-15T16:31:42.640" v="6528" actId="165"/>
          <ac:spMkLst>
            <pc:docMk/>
            <pc:sldMk cId="3222852256" sldId="257"/>
            <ac:spMk id="51" creationId="{CF4088D6-7B87-4EBD-8F65-82E45EBA1746}"/>
          </ac:spMkLst>
        </pc:spChg>
        <pc:spChg chg="mod">
          <ac:chgData name="Meyer, Riesling M" userId="93fbefa7-80e7-4750-9506-1c476a581f9b" providerId="ADAL" clId="{4017349A-7549-4284-A2E6-4E328E90356D}" dt="2020-11-15T16:31:42.640" v="6528" actId="165"/>
          <ac:spMkLst>
            <pc:docMk/>
            <pc:sldMk cId="3222852256" sldId="257"/>
            <ac:spMk id="55" creationId="{73A44B0E-AFA5-427F-B0AD-EE8473CF0EAB}"/>
          </ac:spMkLst>
        </pc:spChg>
        <pc:spChg chg="mod">
          <ac:chgData name="Meyer, Riesling M" userId="93fbefa7-80e7-4750-9506-1c476a581f9b" providerId="ADAL" clId="{4017349A-7549-4284-A2E6-4E328E90356D}" dt="2020-11-15T16:31:42.640" v="6528" actId="165"/>
          <ac:spMkLst>
            <pc:docMk/>
            <pc:sldMk cId="3222852256" sldId="257"/>
            <ac:spMk id="57" creationId="{C8406248-82BC-4FBD-880B-4F030F0E6A97}"/>
          </ac:spMkLst>
        </pc:spChg>
        <pc:spChg chg="mod">
          <ac:chgData name="Meyer, Riesling M" userId="93fbefa7-80e7-4750-9506-1c476a581f9b" providerId="ADAL" clId="{4017349A-7549-4284-A2E6-4E328E90356D}" dt="2020-11-15T16:31:42.640" v="6528" actId="165"/>
          <ac:spMkLst>
            <pc:docMk/>
            <pc:sldMk cId="3222852256" sldId="257"/>
            <ac:spMk id="59" creationId="{DDC738F6-1903-449C-8CDF-6ECDE7C1996B}"/>
          </ac:spMkLst>
        </pc:spChg>
        <pc:spChg chg="mod">
          <ac:chgData name="Meyer, Riesling M" userId="93fbefa7-80e7-4750-9506-1c476a581f9b" providerId="ADAL" clId="{4017349A-7549-4284-A2E6-4E328E90356D}" dt="2020-11-15T16:31:42.640" v="6528" actId="165"/>
          <ac:spMkLst>
            <pc:docMk/>
            <pc:sldMk cId="3222852256" sldId="257"/>
            <ac:spMk id="61" creationId="{6D02E2BC-851D-4529-94F9-6143688E85BE}"/>
          </ac:spMkLst>
        </pc:spChg>
        <pc:spChg chg="mod">
          <ac:chgData name="Meyer, Riesling M" userId="93fbefa7-80e7-4750-9506-1c476a581f9b" providerId="ADAL" clId="{4017349A-7549-4284-A2E6-4E328E90356D}" dt="2020-11-15T16:31:42.640" v="6528" actId="165"/>
          <ac:spMkLst>
            <pc:docMk/>
            <pc:sldMk cId="3222852256" sldId="257"/>
            <ac:spMk id="63" creationId="{41F41B0A-58A2-4485-9A50-047A71B7DAE2}"/>
          </ac:spMkLst>
        </pc:spChg>
        <pc:spChg chg="mod">
          <ac:chgData name="Meyer, Riesling M" userId="93fbefa7-80e7-4750-9506-1c476a581f9b" providerId="ADAL" clId="{4017349A-7549-4284-A2E6-4E328E90356D}" dt="2020-11-15T16:31:42.640" v="6528" actId="165"/>
          <ac:spMkLst>
            <pc:docMk/>
            <pc:sldMk cId="3222852256" sldId="257"/>
            <ac:spMk id="65" creationId="{573B7E8C-E96C-4D25-AA42-8EDF7C0E2538}"/>
          </ac:spMkLst>
        </pc:spChg>
        <pc:spChg chg="mod">
          <ac:chgData name="Meyer, Riesling M" userId="93fbefa7-80e7-4750-9506-1c476a581f9b" providerId="ADAL" clId="{4017349A-7549-4284-A2E6-4E328E90356D}" dt="2020-11-15T16:31:42.640" v="6528" actId="165"/>
          <ac:spMkLst>
            <pc:docMk/>
            <pc:sldMk cId="3222852256" sldId="257"/>
            <ac:spMk id="67" creationId="{0A16E45B-31CB-4676-A16A-2DFCDB9EC3C7}"/>
          </ac:spMkLst>
        </pc:spChg>
        <pc:spChg chg="mod">
          <ac:chgData name="Meyer, Riesling M" userId="93fbefa7-80e7-4750-9506-1c476a581f9b" providerId="ADAL" clId="{4017349A-7549-4284-A2E6-4E328E90356D}" dt="2020-11-15T16:31:42.640" v="6528" actId="165"/>
          <ac:spMkLst>
            <pc:docMk/>
            <pc:sldMk cId="3222852256" sldId="257"/>
            <ac:spMk id="69" creationId="{5884C57B-2F41-471D-8C6A-5B2158BA1CF2}"/>
          </ac:spMkLst>
        </pc:spChg>
        <pc:spChg chg="mod topLvl">
          <ac:chgData name="Meyer, Riesling M" userId="93fbefa7-80e7-4750-9506-1c476a581f9b" providerId="ADAL" clId="{4017349A-7549-4284-A2E6-4E328E90356D}" dt="2020-11-15T16:31:57.899" v="6534" actId="1076"/>
          <ac:spMkLst>
            <pc:docMk/>
            <pc:sldMk cId="3222852256" sldId="257"/>
            <ac:spMk id="107" creationId="{F0DA104E-4220-4499-9FF0-561FBEF11866}"/>
          </ac:spMkLst>
        </pc:spChg>
        <pc:spChg chg="mod topLvl">
          <ac:chgData name="Meyer, Riesling M" userId="93fbefa7-80e7-4750-9506-1c476a581f9b" providerId="ADAL" clId="{4017349A-7549-4284-A2E6-4E328E90356D}" dt="2020-11-15T16:32:55.744" v="6561" actId="1076"/>
          <ac:spMkLst>
            <pc:docMk/>
            <pc:sldMk cId="3222852256" sldId="257"/>
            <ac:spMk id="115" creationId="{6F8AF402-3E57-4CA6-BE25-66ACC74BB8E9}"/>
          </ac:spMkLst>
        </pc:spChg>
        <pc:spChg chg="mod topLvl">
          <ac:chgData name="Meyer, Riesling M" userId="93fbefa7-80e7-4750-9506-1c476a581f9b" providerId="ADAL" clId="{4017349A-7549-4284-A2E6-4E328E90356D}" dt="2020-11-15T16:33:04.083" v="6563" actId="1076"/>
          <ac:spMkLst>
            <pc:docMk/>
            <pc:sldMk cId="3222852256" sldId="257"/>
            <ac:spMk id="116" creationId="{D6C0CD73-F696-4187-9A62-9AE167175610}"/>
          </ac:spMkLst>
        </pc:spChg>
        <pc:spChg chg="mod topLvl">
          <ac:chgData name="Meyer, Riesling M" userId="93fbefa7-80e7-4750-9506-1c476a581f9b" providerId="ADAL" clId="{4017349A-7549-4284-A2E6-4E328E90356D}" dt="2020-11-15T16:33:06.099" v="6564" actId="1076"/>
          <ac:spMkLst>
            <pc:docMk/>
            <pc:sldMk cId="3222852256" sldId="257"/>
            <ac:spMk id="117" creationId="{C48174AC-22DE-4E74-9E84-4CBA40B5DA41}"/>
          </ac:spMkLst>
        </pc:spChg>
        <pc:spChg chg="mod topLvl">
          <ac:chgData name="Meyer, Riesling M" userId="93fbefa7-80e7-4750-9506-1c476a581f9b" providerId="ADAL" clId="{4017349A-7549-4284-A2E6-4E328E90356D}" dt="2020-11-15T16:36:54.238" v="6694" actId="14100"/>
          <ac:spMkLst>
            <pc:docMk/>
            <pc:sldMk cId="3222852256" sldId="257"/>
            <ac:spMk id="129" creationId="{29B0CC97-3840-4244-94C5-8F48575E332E}"/>
          </ac:spMkLst>
        </pc:spChg>
        <pc:spChg chg="mod topLvl">
          <ac:chgData name="Meyer, Riesling M" userId="93fbefa7-80e7-4750-9506-1c476a581f9b" providerId="ADAL" clId="{4017349A-7549-4284-A2E6-4E328E90356D}" dt="2020-11-15T16:34:37.997" v="6590" actId="1076"/>
          <ac:spMkLst>
            <pc:docMk/>
            <pc:sldMk cId="3222852256" sldId="257"/>
            <ac:spMk id="131" creationId="{0C481B0C-D1DF-4CEC-B71C-B5280C409F12}"/>
          </ac:spMkLst>
        </pc:spChg>
        <pc:spChg chg="mod topLvl">
          <ac:chgData name="Meyer, Riesling M" userId="93fbefa7-80e7-4750-9506-1c476a581f9b" providerId="ADAL" clId="{4017349A-7549-4284-A2E6-4E328E90356D}" dt="2020-11-15T16:34:25.500" v="6585" actId="14100"/>
          <ac:spMkLst>
            <pc:docMk/>
            <pc:sldMk cId="3222852256" sldId="257"/>
            <ac:spMk id="132" creationId="{D83AC033-0D01-4E23-86A4-E6EEC8809BF4}"/>
          </ac:spMkLst>
        </pc:spChg>
        <pc:spChg chg="del mod topLvl">
          <ac:chgData name="Meyer, Riesling M" userId="93fbefa7-80e7-4750-9506-1c476a581f9b" providerId="ADAL" clId="{4017349A-7549-4284-A2E6-4E328E90356D}" dt="2020-11-15T16:34:27.235" v="6587"/>
          <ac:spMkLst>
            <pc:docMk/>
            <pc:sldMk cId="3222852256" sldId="257"/>
            <ac:spMk id="133" creationId="{AF7508EA-1001-43D5-B8DB-88974A563455}"/>
          </ac:spMkLst>
        </pc:spChg>
        <pc:spChg chg="mod">
          <ac:chgData name="Meyer, Riesling M" userId="93fbefa7-80e7-4750-9506-1c476a581f9b" providerId="ADAL" clId="{4017349A-7549-4284-A2E6-4E328E90356D}" dt="2020-11-15T16:34:03.033" v="6575" actId="165"/>
          <ac:spMkLst>
            <pc:docMk/>
            <pc:sldMk cId="3222852256" sldId="257"/>
            <ac:spMk id="135" creationId="{619F8125-F03C-4E9C-87FD-767A3A116C8D}"/>
          </ac:spMkLst>
        </pc:spChg>
        <pc:spChg chg="mod">
          <ac:chgData name="Meyer, Riesling M" userId="93fbefa7-80e7-4750-9506-1c476a581f9b" providerId="ADAL" clId="{4017349A-7549-4284-A2E6-4E328E90356D}" dt="2020-11-15T16:34:03.033" v="6575" actId="165"/>
          <ac:spMkLst>
            <pc:docMk/>
            <pc:sldMk cId="3222852256" sldId="257"/>
            <ac:spMk id="136" creationId="{7EF05858-B126-43DF-8D1C-FC67083CA14E}"/>
          </ac:spMkLst>
        </pc:spChg>
        <pc:spChg chg="mod">
          <ac:chgData name="Meyer, Riesling M" userId="93fbefa7-80e7-4750-9506-1c476a581f9b" providerId="ADAL" clId="{4017349A-7549-4284-A2E6-4E328E90356D}" dt="2020-11-15T16:34:03.033" v="6575" actId="165"/>
          <ac:spMkLst>
            <pc:docMk/>
            <pc:sldMk cId="3222852256" sldId="257"/>
            <ac:spMk id="137" creationId="{FCBC8791-E58D-4008-8DC6-E242E575C794}"/>
          </ac:spMkLst>
        </pc:spChg>
        <pc:spChg chg="mod">
          <ac:chgData name="Meyer, Riesling M" userId="93fbefa7-80e7-4750-9506-1c476a581f9b" providerId="ADAL" clId="{4017349A-7549-4284-A2E6-4E328E90356D}" dt="2020-11-15T16:34:03.033" v="6575" actId="165"/>
          <ac:spMkLst>
            <pc:docMk/>
            <pc:sldMk cId="3222852256" sldId="257"/>
            <ac:spMk id="138" creationId="{C67EA9FC-2C06-4709-A7BF-8A18EB26325A}"/>
          </ac:spMkLst>
        </pc:spChg>
        <pc:spChg chg="mod">
          <ac:chgData name="Meyer, Riesling M" userId="93fbefa7-80e7-4750-9506-1c476a581f9b" providerId="ADAL" clId="{4017349A-7549-4284-A2E6-4E328E90356D}" dt="2020-11-15T16:34:03.033" v="6575" actId="165"/>
          <ac:spMkLst>
            <pc:docMk/>
            <pc:sldMk cId="3222852256" sldId="257"/>
            <ac:spMk id="139" creationId="{D4056614-17E1-46A4-938A-936432CA2AC0}"/>
          </ac:spMkLst>
        </pc:spChg>
        <pc:spChg chg="mod">
          <ac:chgData name="Meyer, Riesling M" userId="93fbefa7-80e7-4750-9506-1c476a581f9b" providerId="ADAL" clId="{4017349A-7549-4284-A2E6-4E328E90356D}" dt="2020-11-15T16:34:03.033" v="6575" actId="165"/>
          <ac:spMkLst>
            <pc:docMk/>
            <pc:sldMk cId="3222852256" sldId="257"/>
            <ac:spMk id="140" creationId="{47E4E36A-A348-43DD-BC6D-DE8B11E06B51}"/>
          </ac:spMkLst>
        </pc:spChg>
        <pc:spChg chg="mod">
          <ac:chgData name="Meyer, Riesling M" userId="93fbefa7-80e7-4750-9506-1c476a581f9b" providerId="ADAL" clId="{4017349A-7549-4284-A2E6-4E328E90356D}" dt="2020-11-15T16:34:03.033" v="6575" actId="165"/>
          <ac:spMkLst>
            <pc:docMk/>
            <pc:sldMk cId="3222852256" sldId="257"/>
            <ac:spMk id="141" creationId="{BC4A9AA9-9C92-476A-ADA6-F00A4769A6A5}"/>
          </ac:spMkLst>
        </pc:spChg>
        <pc:spChg chg="mod">
          <ac:chgData name="Meyer, Riesling M" userId="93fbefa7-80e7-4750-9506-1c476a581f9b" providerId="ADAL" clId="{4017349A-7549-4284-A2E6-4E328E90356D}" dt="2020-11-15T16:34:03.033" v="6575" actId="165"/>
          <ac:spMkLst>
            <pc:docMk/>
            <pc:sldMk cId="3222852256" sldId="257"/>
            <ac:spMk id="147" creationId="{BD15EABC-10E1-4B12-93A0-663EF95A077A}"/>
          </ac:spMkLst>
        </pc:spChg>
        <pc:spChg chg="mod">
          <ac:chgData name="Meyer, Riesling M" userId="93fbefa7-80e7-4750-9506-1c476a581f9b" providerId="ADAL" clId="{4017349A-7549-4284-A2E6-4E328E90356D}" dt="2020-11-15T16:34:03.033" v="6575" actId="165"/>
          <ac:spMkLst>
            <pc:docMk/>
            <pc:sldMk cId="3222852256" sldId="257"/>
            <ac:spMk id="148" creationId="{21A6AE10-E470-4641-893D-1F1BA30B67BE}"/>
          </ac:spMkLst>
        </pc:spChg>
        <pc:spChg chg="mod">
          <ac:chgData name="Meyer, Riesling M" userId="93fbefa7-80e7-4750-9506-1c476a581f9b" providerId="ADAL" clId="{4017349A-7549-4284-A2E6-4E328E90356D}" dt="2020-11-15T16:34:03.033" v="6575" actId="165"/>
          <ac:spMkLst>
            <pc:docMk/>
            <pc:sldMk cId="3222852256" sldId="257"/>
            <ac:spMk id="149" creationId="{12062929-31AD-4B97-BE91-A2BF66FFBA4E}"/>
          </ac:spMkLst>
        </pc:spChg>
        <pc:spChg chg="mod">
          <ac:chgData name="Meyer, Riesling M" userId="93fbefa7-80e7-4750-9506-1c476a581f9b" providerId="ADAL" clId="{4017349A-7549-4284-A2E6-4E328E90356D}" dt="2020-11-15T16:34:03.033" v="6575" actId="165"/>
          <ac:spMkLst>
            <pc:docMk/>
            <pc:sldMk cId="3222852256" sldId="257"/>
            <ac:spMk id="150" creationId="{3AB3E578-EA36-4412-96DD-0DBDC6BD3B30}"/>
          </ac:spMkLst>
        </pc:spChg>
        <pc:spChg chg="mod">
          <ac:chgData name="Meyer, Riesling M" userId="93fbefa7-80e7-4750-9506-1c476a581f9b" providerId="ADAL" clId="{4017349A-7549-4284-A2E6-4E328E90356D}" dt="2020-11-15T16:34:03.033" v="6575" actId="165"/>
          <ac:spMkLst>
            <pc:docMk/>
            <pc:sldMk cId="3222852256" sldId="257"/>
            <ac:spMk id="151" creationId="{1F09A1A9-D81E-44E9-9A4E-0D368F28EF09}"/>
          </ac:spMkLst>
        </pc:spChg>
        <pc:spChg chg="mod">
          <ac:chgData name="Meyer, Riesling M" userId="93fbefa7-80e7-4750-9506-1c476a581f9b" providerId="ADAL" clId="{4017349A-7549-4284-A2E6-4E328E90356D}" dt="2020-11-15T16:34:03.033" v="6575" actId="165"/>
          <ac:spMkLst>
            <pc:docMk/>
            <pc:sldMk cId="3222852256" sldId="257"/>
            <ac:spMk id="152" creationId="{F6A97E70-65F6-499D-B245-405F9794BB39}"/>
          </ac:spMkLst>
        </pc:spChg>
        <pc:spChg chg="mod">
          <ac:chgData name="Meyer, Riesling M" userId="93fbefa7-80e7-4750-9506-1c476a581f9b" providerId="ADAL" clId="{4017349A-7549-4284-A2E6-4E328E90356D}" dt="2020-11-15T16:34:03.033" v="6575" actId="165"/>
          <ac:spMkLst>
            <pc:docMk/>
            <pc:sldMk cId="3222852256" sldId="257"/>
            <ac:spMk id="162" creationId="{82942E3A-2D1C-4EE9-A438-9999B09DE264}"/>
          </ac:spMkLst>
        </pc:spChg>
        <pc:spChg chg="mod topLvl">
          <ac:chgData name="Meyer, Riesling M" userId="93fbefa7-80e7-4750-9506-1c476a581f9b" providerId="ADAL" clId="{4017349A-7549-4284-A2E6-4E328E90356D}" dt="2020-11-15T16:36:51.456" v="6693" actId="14100"/>
          <ac:spMkLst>
            <pc:docMk/>
            <pc:sldMk cId="3222852256" sldId="257"/>
            <ac:spMk id="164" creationId="{6E651A8C-AFB6-4A48-8E20-B9AEC33165ED}"/>
          </ac:spMkLst>
        </pc:spChg>
        <pc:spChg chg="mod topLvl">
          <ac:chgData name="Meyer, Riesling M" userId="93fbefa7-80e7-4750-9506-1c476a581f9b" providerId="ADAL" clId="{4017349A-7549-4284-A2E6-4E328E90356D}" dt="2020-11-15T16:36:47.078" v="6692" actId="1035"/>
          <ac:spMkLst>
            <pc:docMk/>
            <pc:sldMk cId="3222852256" sldId="257"/>
            <ac:spMk id="165" creationId="{41C2A8F0-4443-4462-B3C3-633CB2F9F734}"/>
          </ac:spMkLst>
        </pc:spChg>
        <pc:spChg chg="mod topLvl">
          <ac:chgData name="Meyer, Riesling M" userId="93fbefa7-80e7-4750-9506-1c476a581f9b" providerId="ADAL" clId="{4017349A-7549-4284-A2E6-4E328E90356D}" dt="2020-11-15T16:36:47.078" v="6692" actId="1035"/>
          <ac:spMkLst>
            <pc:docMk/>
            <pc:sldMk cId="3222852256" sldId="257"/>
            <ac:spMk id="166" creationId="{FCBD2DE4-C832-47A6-855E-61D21D6069F5}"/>
          </ac:spMkLst>
        </pc:spChg>
        <pc:spChg chg="add del mod">
          <ac:chgData name="Meyer, Riesling M" userId="93fbefa7-80e7-4750-9506-1c476a581f9b" providerId="ADAL" clId="{4017349A-7549-4284-A2E6-4E328E90356D}" dt="2020-11-15T16:38:33.546" v="6725" actId="478"/>
          <ac:spMkLst>
            <pc:docMk/>
            <pc:sldMk cId="3222852256" sldId="257"/>
            <ac:spMk id="169" creationId="{CCA4A72D-56A4-4BEC-AB79-6A478A9789A7}"/>
          </ac:spMkLst>
        </pc:spChg>
        <pc:spChg chg="add del mod">
          <ac:chgData name="Meyer, Riesling M" userId="93fbefa7-80e7-4750-9506-1c476a581f9b" providerId="ADAL" clId="{4017349A-7549-4284-A2E6-4E328E90356D}" dt="2020-11-15T16:38:33.546" v="6725" actId="478"/>
          <ac:spMkLst>
            <pc:docMk/>
            <pc:sldMk cId="3222852256" sldId="257"/>
            <ac:spMk id="170" creationId="{0D40BBB0-F2E1-4A3A-A0B3-0D631847F1C6}"/>
          </ac:spMkLst>
        </pc:spChg>
        <pc:spChg chg="add mod">
          <ac:chgData name="Meyer, Riesling M" userId="93fbefa7-80e7-4750-9506-1c476a581f9b" providerId="ADAL" clId="{4017349A-7549-4284-A2E6-4E328E90356D}" dt="2020-11-15T16:37:08.206" v="6701" actId="1076"/>
          <ac:spMkLst>
            <pc:docMk/>
            <pc:sldMk cId="3222852256" sldId="257"/>
            <ac:spMk id="171" creationId="{62CA7F73-4E2B-4C2C-A38A-6F23BF109C0C}"/>
          </ac:spMkLst>
        </pc:spChg>
        <pc:spChg chg="add mod">
          <ac:chgData name="Meyer, Riesling M" userId="93fbefa7-80e7-4750-9506-1c476a581f9b" providerId="ADAL" clId="{4017349A-7549-4284-A2E6-4E328E90356D}" dt="2020-11-15T16:37:24.196" v="6707" actId="122"/>
          <ac:spMkLst>
            <pc:docMk/>
            <pc:sldMk cId="3222852256" sldId="257"/>
            <ac:spMk id="172" creationId="{43AC34DA-96C5-4D20-BD95-232F8BB33279}"/>
          </ac:spMkLst>
        </pc:spChg>
        <pc:spChg chg="add mod">
          <ac:chgData name="Meyer, Riesling M" userId="93fbefa7-80e7-4750-9506-1c476a581f9b" providerId="ADAL" clId="{4017349A-7549-4284-A2E6-4E328E90356D}" dt="2020-11-15T16:37:43.257" v="6712" actId="1076"/>
          <ac:spMkLst>
            <pc:docMk/>
            <pc:sldMk cId="3222852256" sldId="257"/>
            <ac:spMk id="173" creationId="{98577FEA-A054-4FC5-93B8-9F3AE6AB9891}"/>
          </ac:spMkLst>
        </pc:spChg>
        <pc:spChg chg="add mod">
          <ac:chgData name="Meyer, Riesling M" userId="93fbefa7-80e7-4750-9506-1c476a581f9b" providerId="ADAL" clId="{4017349A-7549-4284-A2E6-4E328E90356D}" dt="2020-11-15T16:38:09.420" v="6719" actId="1076"/>
          <ac:spMkLst>
            <pc:docMk/>
            <pc:sldMk cId="3222852256" sldId="257"/>
            <ac:spMk id="174" creationId="{5CA0FF09-102F-4B5B-BC65-B0B67F57EAAA}"/>
          </ac:spMkLst>
        </pc:spChg>
        <pc:spChg chg="add del mod">
          <ac:chgData name="Meyer, Riesling M" userId="93fbefa7-80e7-4750-9506-1c476a581f9b" providerId="ADAL" clId="{4017349A-7549-4284-A2E6-4E328E90356D}" dt="2020-11-15T16:38:33.546" v="6725" actId="478"/>
          <ac:spMkLst>
            <pc:docMk/>
            <pc:sldMk cId="3222852256" sldId="257"/>
            <ac:spMk id="180" creationId="{94F10AFB-5256-40D0-9D82-75803CE16D39}"/>
          </ac:spMkLst>
        </pc:spChg>
        <pc:spChg chg="add del mod">
          <ac:chgData name="Meyer, Riesling M" userId="93fbefa7-80e7-4750-9506-1c476a581f9b" providerId="ADAL" clId="{4017349A-7549-4284-A2E6-4E328E90356D}" dt="2020-11-15T16:38:33.546" v="6725" actId="478"/>
          <ac:spMkLst>
            <pc:docMk/>
            <pc:sldMk cId="3222852256" sldId="257"/>
            <ac:spMk id="181" creationId="{352E5E44-C8D6-42D5-8D97-21F408FA6AEC}"/>
          </ac:spMkLst>
        </pc:spChg>
        <pc:spChg chg="add del mod">
          <ac:chgData name="Meyer, Riesling M" userId="93fbefa7-80e7-4750-9506-1c476a581f9b" providerId="ADAL" clId="{4017349A-7549-4284-A2E6-4E328E90356D}" dt="2020-11-15T16:37:49.195" v="6713" actId="478"/>
          <ac:spMkLst>
            <pc:docMk/>
            <pc:sldMk cId="3222852256" sldId="257"/>
            <ac:spMk id="182" creationId="{368B1423-F567-4D77-A711-8E4E65192FAA}"/>
          </ac:spMkLst>
        </pc:spChg>
        <pc:spChg chg="add mod">
          <ac:chgData name="Meyer, Riesling M" userId="93fbefa7-80e7-4750-9506-1c476a581f9b" providerId="ADAL" clId="{4017349A-7549-4284-A2E6-4E328E90356D}" dt="2020-11-15T16:38:22.861" v="6724" actId="1076"/>
          <ac:spMkLst>
            <pc:docMk/>
            <pc:sldMk cId="3222852256" sldId="257"/>
            <ac:spMk id="183" creationId="{D43AA042-9A9D-4770-827E-BDC86DB31193}"/>
          </ac:spMkLst>
        </pc:spChg>
        <pc:spChg chg="add mod">
          <ac:chgData name="Meyer, Riesling M" userId="93fbefa7-80e7-4750-9506-1c476a581f9b" providerId="ADAL" clId="{4017349A-7549-4284-A2E6-4E328E90356D}" dt="2020-11-15T16:37:29.271" v="6708" actId="1076"/>
          <ac:spMkLst>
            <pc:docMk/>
            <pc:sldMk cId="3222852256" sldId="257"/>
            <ac:spMk id="185" creationId="{AFDA9F50-B40C-4ADC-BF67-DBB1DB4CE88E}"/>
          </ac:spMkLst>
        </pc:spChg>
        <pc:spChg chg="add mod">
          <ac:chgData name="Meyer, Riesling M" userId="93fbefa7-80e7-4750-9506-1c476a581f9b" providerId="ADAL" clId="{4017349A-7549-4284-A2E6-4E328E90356D}" dt="2020-11-15T16:37:59.841" v="6716" actId="1076"/>
          <ac:spMkLst>
            <pc:docMk/>
            <pc:sldMk cId="3222852256" sldId="257"/>
            <ac:spMk id="186" creationId="{A90D322A-89E4-4B4C-817B-2364DD4A6144}"/>
          </ac:spMkLst>
        </pc:spChg>
        <pc:spChg chg="add del mod">
          <ac:chgData name="Meyer, Riesling M" userId="93fbefa7-80e7-4750-9506-1c476a581f9b" providerId="ADAL" clId="{4017349A-7549-4284-A2E6-4E328E90356D}" dt="2020-11-15T16:37:12.506" v="6703"/>
          <ac:spMkLst>
            <pc:docMk/>
            <pc:sldMk cId="3222852256" sldId="257"/>
            <ac:spMk id="188" creationId="{3296BF08-CC33-4A83-B5EB-879DC06140AC}"/>
          </ac:spMkLst>
        </pc:spChg>
        <pc:spChg chg="add del mod">
          <ac:chgData name="Meyer, Riesling M" userId="93fbefa7-80e7-4750-9506-1c476a581f9b" providerId="ADAL" clId="{4017349A-7549-4284-A2E6-4E328E90356D}" dt="2020-11-15T16:37:12.506" v="6703"/>
          <ac:spMkLst>
            <pc:docMk/>
            <pc:sldMk cId="3222852256" sldId="257"/>
            <ac:spMk id="192" creationId="{B2C18BC8-290C-4976-B3AD-D4B311C2CDCB}"/>
          </ac:spMkLst>
        </pc:spChg>
        <pc:spChg chg="mod">
          <ac:chgData name="Meyer, Riesling M" userId="93fbefa7-80e7-4750-9506-1c476a581f9b" providerId="ADAL" clId="{4017349A-7549-4284-A2E6-4E328E90356D}" dt="2020-11-15T16:32:26.866" v="6541" actId="165"/>
          <ac:spMkLst>
            <pc:docMk/>
            <pc:sldMk cId="3222852256" sldId="257"/>
            <ac:spMk id="214" creationId="{7818012C-863D-4F32-95C1-1A8924DA372B}"/>
          </ac:spMkLst>
        </pc:spChg>
        <pc:spChg chg="mod">
          <ac:chgData name="Meyer, Riesling M" userId="93fbefa7-80e7-4750-9506-1c476a581f9b" providerId="ADAL" clId="{4017349A-7549-4284-A2E6-4E328E90356D}" dt="2020-11-15T16:32:26.866" v="6541" actId="165"/>
          <ac:spMkLst>
            <pc:docMk/>
            <pc:sldMk cId="3222852256" sldId="257"/>
            <ac:spMk id="216" creationId="{57525508-9563-4458-AEB2-EB0DA8EBE6C2}"/>
          </ac:spMkLst>
        </pc:spChg>
        <pc:spChg chg="mod">
          <ac:chgData name="Meyer, Riesling M" userId="93fbefa7-80e7-4750-9506-1c476a581f9b" providerId="ADAL" clId="{4017349A-7549-4284-A2E6-4E328E90356D}" dt="2020-11-15T16:32:26.866" v="6541" actId="165"/>
          <ac:spMkLst>
            <pc:docMk/>
            <pc:sldMk cId="3222852256" sldId="257"/>
            <ac:spMk id="219" creationId="{8009F2B2-16F0-46BD-8DCD-9F9A5B7B7736}"/>
          </ac:spMkLst>
        </pc:spChg>
        <pc:spChg chg="mod">
          <ac:chgData name="Meyer, Riesling M" userId="93fbefa7-80e7-4750-9506-1c476a581f9b" providerId="ADAL" clId="{4017349A-7549-4284-A2E6-4E328E90356D}" dt="2020-11-15T16:32:26.866" v="6541" actId="165"/>
          <ac:spMkLst>
            <pc:docMk/>
            <pc:sldMk cId="3222852256" sldId="257"/>
            <ac:spMk id="221" creationId="{B8F66939-4478-4B63-A5E9-127AC26A9A10}"/>
          </ac:spMkLst>
        </pc:spChg>
        <pc:spChg chg="mod">
          <ac:chgData name="Meyer, Riesling M" userId="93fbefa7-80e7-4750-9506-1c476a581f9b" providerId="ADAL" clId="{4017349A-7549-4284-A2E6-4E328E90356D}" dt="2020-11-15T16:32:35.225" v="6544" actId="1076"/>
          <ac:spMkLst>
            <pc:docMk/>
            <pc:sldMk cId="3222852256" sldId="257"/>
            <ac:spMk id="222" creationId="{17DBA876-EAB0-49C4-B5E4-764638BA0585}"/>
          </ac:spMkLst>
        </pc:spChg>
        <pc:spChg chg="mod">
          <ac:chgData name="Meyer, Riesling M" userId="93fbefa7-80e7-4750-9506-1c476a581f9b" providerId="ADAL" clId="{4017349A-7549-4284-A2E6-4E328E90356D}" dt="2020-11-15T16:32:45.401" v="6559" actId="20577"/>
          <ac:spMkLst>
            <pc:docMk/>
            <pc:sldMk cId="3222852256" sldId="257"/>
            <ac:spMk id="223" creationId="{4C10A087-0991-4370-A873-8CD9FA0A5433}"/>
          </ac:spMkLst>
        </pc:spChg>
        <pc:spChg chg="mod">
          <ac:chgData name="Meyer, Riesling M" userId="93fbefa7-80e7-4750-9506-1c476a581f9b" providerId="ADAL" clId="{4017349A-7549-4284-A2E6-4E328E90356D}" dt="2020-11-15T16:32:26.866" v="6541" actId="165"/>
          <ac:spMkLst>
            <pc:docMk/>
            <pc:sldMk cId="3222852256" sldId="257"/>
            <ac:spMk id="230" creationId="{B47ACCE2-2821-4D25-A653-6D42848C9180}"/>
          </ac:spMkLst>
        </pc:spChg>
        <pc:spChg chg="mod">
          <ac:chgData name="Meyer, Riesling M" userId="93fbefa7-80e7-4750-9506-1c476a581f9b" providerId="ADAL" clId="{4017349A-7549-4284-A2E6-4E328E90356D}" dt="2020-11-15T16:32:40.294" v="6546" actId="1076"/>
          <ac:spMkLst>
            <pc:docMk/>
            <pc:sldMk cId="3222852256" sldId="257"/>
            <ac:spMk id="231" creationId="{4B49D898-0BF0-4699-AFAA-D9C258AC441E}"/>
          </ac:spMkLst>
        </pc:spChg>
        <pc:spChg chg="mod">
          <ac:chgData name="Meyer, Riesling M" userId="93fbefa7-80e7-4750-9506-1c476a581f9b" providerId="ADAL" clId="{4017349A-7549-4284-A2E6-4E328E90356D}" dt="2020-11-15T16:32:26.866" v="6541" actId="165"/>
          <ac:spMkLst>
            <pc:docMk/>
            <pc:sldMk cId="3222852256" sldId="257"/>
            <ac:spMk id="233" creationId="{2AED2E96-ECD0-4B0E-8CF1-519C512C2DC1}"/>
          </ac:spMkLst>
        </pc:spChg>
        <pc:spChg chg="mod">
          <ac:chgData name="Meyer, Riesling M" userId="93fbefa7-80e7-4750-9506-1c476a581f9b" providerId="ADAL" clId="{4017349A-7549-4284-A2E6-4E328E90356D}" dt="2020-11-15T16:32:26.866" v="6541" actId="165"/>
          <ac:spMkLst>
            <pc:docMk/>
            <pc:sldMk cId="3222852256" sldId="257"/>
            <ac:spMk id="242" creationId="{1E52EC6A-B3B9-43E9-B7D8-36AE72202F8E}"/>
          </ac:spMkLst>
        </pc:spChg>
        <pc:spChg chg="mod">
          <ac:chgData name="Meyer, Riesling M" userId="93fbefa7-80e7-4750-9506-1c476a581f9b" providerId="ADAL" clId="{4017349A-7549-4284-A2E6-4E328E90356D}" dt="2020-11-15T16:32:26.866" v="6541" actId="165"/>
          <ac:spMkLst>
            <pc:docMk/>
            <pc:sldMk cId="3222852256" sldId="257"/>
            <ac:spMk id="244" creationId="{D1467471-D85D-4CDC-B354-61BA695078D5}"/>
          </ac:spMkLst>
        </pc:spChg>
        <pc:spChg chg="mod">
          <ac:chgData name="Meyer, Riesling M" userId="93fbefa7-80e7-4750-9506-1c476a581f9b" providerId="ADAL" clId="{4017349A-7549-4284-A2E6-4E328E90356D}" dt="2020-11-15T16:32:26.866" v="6541" actId="165"/>
          <ac:spMkLst>
            <pc:docMk/>
            <pc:sldMk cId="3222852256" sldId="257"/>
            <ac:spMk id="256" creationId="{F1CBD900-F9DB-4FE3-8C40-DF38654092AA}"/>
          </ac:spMkLst>
        </pc:spChg>
        <pc:spChg chg="mod">
          <ac:chgData name="Meyer, Riesling M" userId="93fbefa7-80e7-4750-9506-1c476a581f9b" providerId="ADAL" clId="{4017349A-7549-4284-A2E6-4E328E90356D}" dt="2020-11-15T16:32:26.866" v="6541" actId="165"/>
          <ac:spMkLst>
            <pc:docMk/>
            <pc:sldMk cId="3222852256" sldId="257"/>
            <ac:spMk id="299" creationId="{DB390960-716B-44FA-B5AC-1F4F75B5C1C4}"/>
          </ac:spMkLst>
        </pc:spChg>
        <pc:spChg chg="mod">
          <ac:chgData name="Meyer, Riesling M" userId="93fbefa7-80e7-4750-9506-1c476a581f9b" providerId="ADAL" clId="{4017349A-7549-4284-A2E6-4E328E90356D}" dt="2020-11-15T16:32:26.866" v="6541" actId="165"/>
          <ac:spMkLst>
            <pc:docMk/>
            <pc:sldMk cId="3222852256" sldId="257"/>
            <ac:spMk id="301" creationId="{4D217F0B-6CCA-4A97-83D1-D74E4D48351F}"/>
          </ac:spMkLst>
        </pc:spChg>
        <pc:spChg chg="mod">
          <ac:chgData name="Meyer, Riesling M" userId="93fbefa7-80e7-4750-9506-1c476a581f9b" providerId="ADAL" clId="{4017349A-7549-4284-A2E6-4E328E90356D}" dt="2020-11-15T16:32:26.866" v="6541" actId="165"/>
          <ac:spMkLst>
            <pc:docMk/>
            <pc:sldMk cId="3222852256" sldId="257"/>
            <ac:spMk id="303" creationId="{09D1AD1A-1D48-4A1E-87B8-E8148A4FE4C9}"/>
          </ac:spMkLst>
        </pc:spChg>
        <pc:spChg chg="mod topLvl">
          <ac:chgData name="Meyer, Riesling M" userId="93fbefa7-80e7-4750-9506-1c476a581f9b" providerId="ADAL" clId="{4017349A-7549-4284-A2E6-4E328E90356D}" dt="2020-11-15T16:32:03.481" v="6535" actId="1076"/>
          <ac:spMkLst>
            <pc:docMk/>
            <pc:sldMk cId="3222852256" sldId="257"/>
            <ac:spMk id="318" creationId="{3A2EC8D8-8FE1-4D7F-8395-B0AD656183F0}"/>
          </ac:spMkLst>
        </pc:spChg>
        <pc:spChg chg="mod topLvl">
          <ac:chgData name="Meyer, Riesling M" userId="93fbefa7-80e7-4750-9506-1c476a581f9b" providerId="ADAL" clId="{4017349A-7549-4284-A2E6-4E328E90356D}" dt="2020-11-15T16:32:06.622" v="6536" actId="1076"/>
          <ac:spMkLst>
            <pc:docMk/>
            <pc:sldMk cId="3222852256" sldId="257"/>
            <ac:spMk id="320" creationId="{60D36F8F-63A3-4AF8-9FE8-4C9AB8C07269}"/>
          </ac:spMkLst>
        </pc:spChg>
        <pc:spChg chg="del">
          <ac:chgData name="Meyer, Riesling M" userId="93fbefa7-80e7-4750-9506-1c476a581f9b" providerId="ADAL" clId="{4017349A-7549-4284-A2E6-4E328E90356D}" dt="2020-11-15T16:29:25.862" v="6494" actId="478"/>
          <ac:spMkLst>
            <pc:docMk/>
            <pc:sldMk cId="3222852256" sldId="257"/>
            <ac:spMk id="392" creationId="{FC61A4AD-E12A-4219-ABC0-136185503ADE}"/>
          </ac:spMkLst>
        </pc:spChg>
        <pc:spChg chg="del">
          <ac:chgData name="Meyer, Riesling M" userId="93fbefa7-80e7-4750-9506-1c476a581f9b" providerId="ADAL" clId="{4017349A-7549-4284-A2E6-4E328E90356D}" dt="2020-11-15T16:29:25.862" v="6494" actId="478"/>
          <ac:spMkLst>
            <pc:docMk/>
            <pc:sldMk cId="3222852256" sldId="257"/>
            <ac:spMk id="393" creationId="{8428544B-88DB-458B-A903-E4E9E538BFE2}"/>
          </ac:spMkLst>
        </pc:spChg>
        <pc:spChg chg="del">
          <ac:chgData name="Meyer, Riesling M" userId="93fbefa7-80e7-4750-9506-1c476a581f9b" providerId="ADAL" clId="{4017349A-7549-4284-A2E6-4E328E90356D}" dt="2020-11-15T16:29:25.862" v="6494" actId="478"/>
          <ac:spMkLst>
            <pc:docMk/>
            <pc:sldMk cId="3222852256" sldId="257"/>
            <ac:spMk id="395" creationId="{351E9B4B-83B6-4448-80FA-5C7038015FB3}"/>
          </ac:spMkLst>
        </pc:spChg>
        <pc:spChg chg="del">
          <ac:chgData name="Meyer, Riesling M" userId="93fbefa7-80e7-4750-9506-1c476a581f9b" providerId="ADAL" clId="{4017349A-7549-4284-A2E6-4E328E90356D}" dt="2020-11-15T16:29:25.862" v="6494" actId="478"/>
          <ac:spMkLst>
            <pc:docMk/>
            <pc:sldMk cId="3222852256" sldId="257"/>
            <ac:spMk id="397" creationId="{6FFB8EFD-9F0F-4E17-B86A-620A902C8120}"/>
          </ac:spMkLst>
        </pc:spChg>
        <pc:grpChg chg="del">
          <ac:chgData name="Meyer, Riesling M" userId="93fbefa7-80e7-4750-9506-1c476a581f9b" providerId="ADAL" clId="{4017349A-7549-4284-A2E6-4E328E90356D}" dt="2020-11-15T16:29:25.862" v="6494" actId="478"/>
          <ac:grpSpMkLst>
            <pc:docMk/>
            <pc:sldMk cId="3222852256" sldId="257"/>
            <ac:grpSpMk id="3" creationId="{43CC97D8-A187-44B3-93E9-5ADEBB1A6284}"/>
          </ac:grpSpMkLst>
        </pc:grpChg>
        <pc:grpChg chg="add del mod">
          <ac:chgData name="Meyer, Riesling M" userId="93fbefa7-80e7-4750-9506-1c476a581f9b" providerId="ADAL" clId="{4017349A-7549-4284-A2E6-4E328E90356D}" dt="2020-11-15T16:31:42.640" v="6528" actId="165"/>
          <ac:grpSpMkLst>
            <pc:docMk/>
            <pc:sldMk cId="3222852256" sldId="257"/>
            <ac:grpSpMk id="6" creationId="{FCF86179-561A-4999-9F81-31DDFD207EB8}"/>
          </ac:grpSpMkLst>
        </pc:grpChg>
        <pc:grpChg chg="add del mod">
          <ac:chgData name="Meyer, Riesling M" userId="93fbefa7-80e7-4750-9506-1c476a581f9b" providerId="ADAL" clId="{4017349A-7549-4284-A2E6-4E328E90356D}" dt="2020-11-15T16:32:26.866" v="6541" actId="165"/>
          <ac:grpSpMkLst>
            <pc:docMk/>
            <pc:sldMk cId="3222852256" sldId="257"/>
            <ac:grpSpMk id="9" creationId="{896D407A-D12C-4A7B-AB6C-4608ED18F8DE}"/>
          </ac:grpSpMkLst>
        </pc:grpChg>
        <pc:grpChg chg="mod topLvl">
          <ac:chgData name="Meyer, Riesling M" userId="93fbefa7-80e7-4750-9506-1c476a581f9b" providerId="ADAL" clId="{4017349A-7549-4284-A2E6-4E328E90356D}" dt="2020-11-15T16:31:49.987" v="6530" actId="1076"/>
          <ac:grpSpMkLst>
            <pc:docMk/>
            <pc:sldMk cId="3222852256" sldId="257"/>
            <ac:grpSpMk id="114" creationId="{CF906A27-913D-4F33-9E15-4B3ADE343D24}"/>
          </ac:grpSpMkLst>
        </pc:grpChg>
        <pc:grpChg chg="add del mod">
          <ac:chgData name="Meyer, Riesling M" userId="93fbefa7-80e7-4750-9506-1c476a581f9b" providerId="ADAL" clId="{4017349A-7549-4284-A2E6-4E328E90356D}" dt="2020-11-15T16:34:03.033" v="6575" actId="165"/>
          <ac:grpSpMkLst>
            <pc:docMk/>
            <pc:sldMk cId="3222852256" sldId="257"/>
            <ac:grpSpMk id="128" creationId="{34F930C3-0963-4A05-BF5C-47586BD50B86}"/>
          </ac:grpSpMkLst>
        </pc:grpChg>
        <pc:grpChg chg="mod topLvl">
          <ac:chgData name="Meyer, Riesling M" userId="93fbefa7-80e7-4750-9506-1c476a581f9b" providerId="ADAL" clId="{4017349A-7549-4284-A2E6-4E328E90356D}" dt="2020-11-15T16:34:35.147" v="6589" actId="1076"/>
          <ac:grpSpMkLst>
            <pc:docMk/>
            <pc:sldMk cId="3222852256" sldId="257"/>
            <ac:grpSpMk id="130" creationId="{A48417BD-3C07-4C35-BB7D-8C43027AE6B3}"/>
          </ac:grpSpMkLst>
        </pc:grpChg>
        <pc:grpChg chg="mod">
          <ac:chgData name="Meyer, Riesling M" userId="93fbefa7-80e7-4750-9506-1c476a581f9b" providerId="ADAL" clId="{4017349A-7549-4284-A2E6-4E328E90356D}" dt="2020-11-15T16:34:03.033" v="6575" actId="165"/>
          <ac:grpSpMkLst>
            <pc:docMk/>
            <pc:sldMk cId="3222852256" sldId="257"/>
            <ac:grpSpMk id="134" creationId="{7A6EF470-24F3-437E-B3BA-D01F5B93FB12}"/>
          </ac:grpSpMkLst>
        </pc:grpChg>
        <pc:grpChg chg="add del mod">
          <ac:chgData name="Meyer, Riesling M" userId="93fbefa7-80e7-4750-9506-1c476a581f9b" providerId="ADAL" clId="{4017349A-7549-4284-A2E6-4E328E90356D}" dt="2020-11-15T16:35:44.822" v="6600" actId="165"/>
          <ac:grpSpMkLst>
            <pc:docMk/>
            <pc:sldMk cId="3222852256" sldId="257"/>
            <ac:grpSpMk id="163" creationId="{0AE0E904-5CA8-441E-A14E-14B37AC8613B}"/>
          </ac:grpSpMkLst>
        </pc:grpChg>
        <pc:grpChg chg="add mod">
          <ac:chgData name="Meyer, Riesling M" userId="93fbefa7-80e7-4750-9506-1c476a581f9b" providerId="ADAL" clId="{4017349A-7549-4284-A2E6-4E328E90356D}" dt="2020-11-15T16:37:34.799" v="6711" actId="14100"/>
          <ac:grpSpMkLst>
            <pc:docMk/>
            <pc:sldMk cId="3222852256" sldId="257"/>
            <ac:grpSpMk id="176" creationId="{7739D868-4204-44F0-8393-1E4B27028202}"/>
          </ac:grpSpMkLst>
        </pc:grpChg>
        <pc:grpChg chg="add del mod">
          <ac:chgData name="Meyer, Riesling M" userId="93fbefa7-80e7-4750-9506-1c476a581f9b" providerId="ADAL" clId="{4017349A-7549-4284-A2E6-4E328E90356D}" dt="2020-11-15T16:37:12.506" v="6703"/>
          <ac:grpSpMkLst>
            <pc:docMk/>
            <pc:sldMk cId="3222852256" sldId="257"/>
            <ac:grpSpMk id="189" creationId="{481D7CF7-B22D-4E46-97AE-0760144DB915}"/>
          </ac:grpSpMkLst>
        </pc:grpChg>
        <pc:grpChg chg="mod">
          <ac:chgData name="Meyer, Riesling M" userId="93fbefa7-80e7-4750-9506-1c476a581f9b" providerId="ADAL" clId="{4017349A-7549-4284-A2E6-4E328E90356D}" dt="2020-11-15T16:32:26.866" v="6541" actId="165"/>
          <ac:grpSpMkLst>
            <pc:docMk/>
            <pc:sldMk cId="3222852256" sldId="257"/>
            <ac:grpSpMk id="228" creationId="{71289D64-61E0-4E5E-8D5E-A834DB2D3035}"/>
          </ac:grpSpMkLst>
        </pc:grpChg>
        <pc:grpChg chg="mod">
          <ac:chgData name="Meyer, Riesling M" userId="93fbefa7-80e7-4750-9506-1c476a581f9b" providerId="ADAL" clId="{4017349A-7549-4284-A2E6-4E328E90356D}" dt="2020-11-15T16:32:26.866" v="6541" actId="165"/>
          <ac:grpSpMkLst>
            <pc:docMk/>
            <pc:sldMk cId="3222852256" sldId="257"/>
            <ac:grpSpMk id="229" creationId="{6AB3C4C4-5BE1-40E7-AD83-B693153C0F09}"/>
          </ac:grpSpMkLst>
        </pc:grpChg>
        <pc:grpChg chg="mod">
          <ac:chgData name="Meyer, Riesling M" userId="93fbefa7-80e7-4750-9506-1c476a581f9b" providerId="ADAL" clId="{4017349A-7549-4284-A2E6-4E328E90356D}" dt="2020-11-15T16:32:26.866" v="6541" actId="165"/>
          <ac:grpSpMkLst>
            <pc:docMk/>
            <pc:sldMk cId="3222852256" sldId="257"/>
            <ac:grpSpMk id="311" creationId="{F1CF4BB4-A858-4B90-862B-2B62107831B5}"/>
          </ac:grpSpMkLst>
        </pc:grpChg>
        <pc:grpChg chg="mod topLvl">
          <ac:chgData name="Meyer, Riesling M" userId="93fbefa7-80e7-4750-9506-1c476a581f9b" providerId="ADAL" clId="{4017349A-7549-4284-A2E6-4E328E90356D}" dt="2020-11-15T16:32:31.671" v="6542" actId="1076"/>
          <ac:grpSpMkLst>
            <pc:docMk/>
            <pc:sldMk cId="3222852256" sldId="257"/>
            <ac:grpSpMk id="323" creationId="{F6497755-8EE0-48F8-AA30-1664C1488567}"/>
          </ac:grpSpMkLst>
        </pc:grpChg>
        <pc:picChg chg="mod">
          <ac:chgData name="Meyer, Riesling M" userId="93fbefa7-80e7-4750-9506-1c476a581f9b" providerId="ADAL" clId="{4017349A-7549-4284-A2E6-4E328E90356D}" dt="2020-11-15T16:29:20.295" v="6493" actId="1076"/>
          <ac:picMkLst>
            <pc:docMk/>
            <pc:sldMk cId="3222852256" sldId="257"/>
            <ac:picMk id="7" creationId="{DDDF2CBF-99D1-40F4-89DD-45FA4B65EF72}"/>
          </ac:picMkLst>
        </pc:picChg>
        <pc:picChg chg="mod topLvl">
          <ac:chgData name="Meyer, Riesling M" userId="93fbefa7-80e7-4750-9506-1c476a581f9b" providerId="ADAL" clId="{4017349A-7549-4284-A2E6-4E328E90356D}" dt="2020-11-15T16:36:47.078" v="6692" actId="1035"/>
          <ac:picMkLst>
            <pc:docMk/>
            <pc:sldMk cId="3222852256" sldId="257"/>
            <ac:picMk id="167" creationId="{80B2F5E6-59AC-4100-AD35-1D201D68DFF0}"/>
          </ac:picMkLst>
        </pc:picChg>
        <pc:picChg chg="mod topLvl">
          <ac:chgData name="Meyer, Riesling M" userId="93fbefa7-80e7-4750-9506-1c476a581f9b" providerId="ADAL" clId="{4017349A-7549-4284-A2E6-4E328E90356D}" dt="2020-11-15T16:36:47.078" v="6692" actId="1035"/>
          <ac:picMkLst>
            <pc:docMk/>
            <pc:sldMk cId="3222852256" sldId="257"/>
            <ac:picMk id="168" creationId="{57A6942D-3253-41B6-A4B4-468AA3FAA526}"/>
          </ac:picMkLst>
        </pc:picChg>
        <pc:picChg chg="add mod">
          <ac:chgData name="Meyer, Riesling M" userId="93fbefa7-80e7-4750-9506-1c476a581f9b" providerId="ADAL" clId="{4017349A-7549-4284-A2E6-4E328E90356D}" dt="2020-11-15T16:37:01.884" v="6698" actId="1076"/>
          <ac:picMkLst>
            <pc:docMk/>
            <pc:sldMk cId="3222852256" sldId="257"/>
            <ac:picMk id="175" creationId="{D3901A6E-67B1-4B9D-A42A-2DA543C9E203}"/>
          </ac:picMkLst>
        </pc:picChg>
        <pc:picChg chg="mod">
          <ac:chgData name="Meyer, Riesling M" userId="93fbefa7-80e7-4750-9506-1c476a581f9b" providerId="ADAL" clId="{4017349A-7549-4284-A2E6-4E328E90356D}" dt="2020-11-15T16:36:09.947" v="6648"/>
          <ac:picMkLst>
            <pc:docMk/>
            <pc:sldMk cId="3222852256" sldId="257"/>
            <ac:picMk id="177" creationId="{E0AEE609-66BC-46CF-A6DF-C11102CC6AFF}"/>
          </ac:picMkLst>
        </pc:picChg>
        <pc:picChg chg="mod">
          <ac:chgData name="Meyer, Riesling M" userId="93fbefa7-80e7-4750-9506-1c476a581f9b" providerId="ADAL" clId="{4017349A-7549-4284-A2E6-4E328E90356D}" dt="2020-11-15T16:36:09.947" v="6648"/>
          <ac:picMkLst>
            <pc:docMk/>
            <pc:sldMk cId="3222852256" sldId="257"/>
            <ac:picMk id="178" creationId="{DC1F43A4-9F8E-4E97-9A1E-03CB1CA13DCF}"/>
          </ac:picMkLst>
        </pc:picChg>
        <pc:picChg chg="add mod">
          <ac:chgData name="Meyer, Riesling M" userId="93fbefa7-80e7-4750-9506-1c476a581f9b" providerId="ADAL" clId="{4017349A-7549-4284-A2E6-4E328E90356D}" dt="2020-11-15T16:38:10.800" v="6720" actId="1076"/>
          <ac:picMkLst>
            <pc:docMk/>
            <pc:sldMk cId="3222852256" sldId="257"/>
            <ac:picMk id="179" creationId="{6E723B40-C472-4A46-8B11-14A06BAACF7E}"/>
          </ac:picMkLst>
        </pc:picChg>
        <pc:picChg chg="add mod">
          <ac:chgData name="Meyer, Riesling M" userId="93fbefa7-80e7-4750-9506-1c476a581f9b" providerId="ADAL" clId="{4017349A-7549-4284-A2E6-4E328E90356D}" dt="2020-11-15T16:38:13.109" v="6721" actId="1076"/>
          <ac:picMkLst>
            <pc:docMk/>
            <pc:sldMk cId="3222852256" sldId="257"/>
            <ac:picMk id="184" creationId="{C42D69D8-1572-484E-B14B-A1662246E429}"/>
          </ac:picMkLst>
        </pc:picChg>
        <pc:picChg chg="add mod">
          <ac:chgData name="Meyer, Riesling M" userId="93fbefa7-80e7-4750-9506-1c476a581f9b" providerId="ADAL" clId="{4017349A-7549-4284-A2E6-4E328E90356D}" dt="2020-11-15T16:38:04.022" v="6718" actId="14100"/>
          <ac:picMkLst>
            <pc:docMk/>
            <pc:sldMk cId="3222852256" sldId="257"/>
            <ac:picMk id="187" creationId="{D1C7788E-46CB-4CEB-AD14-89827BEA8FF5}"/>
          </ac:picMkLst>
        </pc:picChg>
        <pc:picChg chg="mod">
          <ac:chgData name="Meyer, Riesling M" userId="93fbefa7-80e7-4750-9506-1c476a581f9b" providerId="ADAL" clId="{4017349A-7549-4284-A2E6-4E328E90356D}" dt="2020-11-15T16:37:11.692" v="6702"/>
          <ac:picMkLst>
            <pc:docMk/>
            <pc:sldMk cId="3222852256" sldId="257"/>
            <ac:picMk id="190" creationId="{67564AAA-EA2D-4BB3-A3BE-819DBD3753C6}"/>
          </ac:picMkLst>
        </pc:picChg>
        <pc:picChg chg="mod">
          <ac:chgData name="Meyer, Riesling M" userId="93fbefa7-80e7-4750-9506-1c476a581f9b" providerId="ADAL" clId="{4017349A-7549-4284-A2E6-4E328E90356D}" dt="2020-11-15T16:37:11.692" v="6702"/>
          <ac:picMkLst>
            <pc:docMk/>
            <pc:sldMk cId="3222852256" sldId="257"/>
            <ac:picMk id="191" creationId="{4AB184E2-DE2E-4D96-A263-930CE257132E}"/>
          </ac:picMkLst>
        </pc:picChg>
        <pc:cxnChg chg="mod">
          <ac:chgData name="Meyer, Riesling M" userId="93fbefa7-80e7-4750-9506-1c476a581f9b" providerId="ADAL" clId="{4017349A-7549-4284-A2E6-4E328E90356D}" dt="2020-11-15T16:31:42.640" v="6528" actId="165"/>
          <ac:cxnSpMkLst>
            <pc:docMk/>
            <pc:sldMk cId="3222852256" sldId="257"/>
            <ac:cxnSpMk id="71" creationId="{0F95CF03-D226-4E83-8BFD-4293F68B612E}"/>
          </ac:cxnSpMkLst>
        </pc:cxnChg>
        <pc:cxnChg chg="mod">
          <ac:chgData name="Meyer, Riesling M" userId="93fbefa7-80e7-4750-9506-1c476a581f9b" providerId="ADAL" clId="{4017349A-7549-4284-A2E6-4E328E90356D}" dt="2020-11-15T16:31:42.640" v="6528" actId="165"/>
          <ac:cxnSpMkLst>
            <pc:docMk/>
            <pc:sldMk cId="3222852256" sldId="257"/>
            <ac:cxnSpMk id="73" creationId="{980DECED-6132-4B5B-BBC2-CE169E46EC49}"/>
          </ac:cxnSpMkLst>
        </pc:cxnChg>
        <pc:cxnChg chg="mod">
          <ac:chgData name="Meyer, Riesling M" userId="93fbefa7-80e7-4750-9506-1c476a581f9b" providerId="ADAL" clId="{4017349A-7549-4284-A2E6-4E328E90356D}" dt="2020-11-15T16:31:42.640" v="6528" actId="165"/>
          <ac:cxnSpMkLst>
            <pc:docMk/>
            <pc:sldMk cId="3222852256" sldId="257"/>
            <ac:cxnSpMk id="75" creationId="{F06B3844-6B27-47E4-8B2B-200040DD54F7}"/>
          </ac:cxnSpMkLst>
        </pc:cxnChg>
        <pc:cxnChg chg="mod">
          <ac:chgData name="Meyer, Riesling M" userId="93fbefa7-80e7-4750-9506-1c476a581f9b" providerId="ADAL" clId="{4017349A-7549-4284-A2E6-4E328E90356D}" dt="2020-11-15T16:31:42.640" v="6528" actId="165"/>
          <ac:cxnSpMkLst>
            <pc:docMk/>
            <pc:sldMk cId="3222852256" sldId="257"/>
            <ac:cxnSpMk id="77" creationId="{0B03289B-5DD9-4BE1-87B6-887A75672D83}"/>
          </ac:cxnSpMkLst>
        </pc:cxnChg>
        <pc:cxnChg chg="mod">
          <ac:chgData name="Meyer, Riesling M" userId="93fbefa7-80e7-4750-9506-1c476a581f9b" providerId="ADAL" clId="{4017349A-7549-4284-A2E6-4E328E90356D}" dt="2020-11-15T16:31:42.640" v="6528" actId="165"/>
          <ac:cxnSpMkLst>
            <pc:docMk/>
            <pc:sldMk cId="3222852256" sldId="257"/>
            <ac:cxnSpMk id="80" creationId="{DB8944F1-2009-4A5D-A0DB-FC82DAA28005}"/>
          </ac:cxnSpMkLst>
        </pc:cxnChg>
        <pc:cxnChg chg="mod">
          <ac:chgData name="Meyer, Riesling M" userId="93fbefa7-80e7-4750-9506-1c476a581f9b" providerId="ADAL" clId="{4017349A-7549-4284-A2E6-4E328E90356D}" dt="2020-11-15T16:31:42.640" v="6528" actId="165"/>
          <ac:cxnSpMkLst>
            <pc:docMk/>
            <pc:sldMk cId="3222852256" sldId="257"/>
            <ac:cxnSpMk id="82" creationId="{7AD4F44A-3DF6-4356-A95F-C8488E3DE551}"/>
          </ac:cxnSpMkLst>
        </pc:cxnChg>
        <pc:cxnChg chg="mod">
          <ac:chgData name="Meyer, Riesling M" userId="93fbefa7-80e7-4750-9506-1c476a581f9b" providerId="ADAL" clId="{4017349A-7549-4284-A2E6-4E328E90356D}" dt="2020-11-15T16:31:42.640" v="6528" actId="165"/>
          <ac:cxnSpMkLst>
            <pc:docMk/>
            <pc:sldMk cId="3222852256" sldId="257"/>
            <ac:cxnSpMk id="84" creationId="{6C7CFA41-6BB8-4A7C-ABE5-B829531214F5}"/>
          </ac:cxnSpMkLst>
        </pc:cxnChg>
        <pc:cxnChg chg="mod">
          <ac:chgData name="Meyer, Riesling M" userId="93fbefa7-80e7-4750-9506-1c476a581f9b" providerId="ADAL" clId="{4017349A-7549-4284-A2E6-4E328E90356D}" dt="2020-11-15T16:31:42.640" v="6528" actId="165"/>
          <ac:cxnSpMkLst>
            <pc:docMk/>
            <pc:sldMk cId="3222852256" sldId="257"/>
            <ac:cxnSpMk id="88" creationId="{A4DA6F09-5011-4BCD-AADE-E2217426319C}"/>
          </ac:cxnSpMkLst>
        </pc:cxnChg>
        <pc:cxnChg chg="mod">
          <ac:chgData name="Meyer, Riesling M" userId="93fbefa7-80e7-4750-9506-1c476a581f9b" providerId="ADAL" clId="{4017349A-7549-4284-A2E6-4E328E90356D}" dt="2020-11-15T16:31:42.640" v="6528" actId="165"/>
          <ac:cxnSpMkLst>
            <pc:docMk/>
            <pc:sldMk cId="3222852256" sldId="257"/>
            <ac:cxnSpMk id="96" creationId="{814042E4-005E-4A98-8889-5D2B909B8654}"/>
          </ac:cxnSpMkLst>
        </pc:cxnChg>
        <pc:cxnChg chg="mod">
          <ac:chgData name="Meyer, Riesling M" userId="93fbefa7-80e7-4750-9506-1c476a581f9b" providerId="ADAL" clId="{4017349A-7549-4284-A2E6-4E328E90356D}" dt="2020-11-15T16:31:42.640" v="6528" actId="165"/>
          <ac:cxnSpMkLst>
            <pc:docMk/>
            <pc:sldMk cId="3222852256" sldId="257"/>
            <ac:cxnSpMk id="98" creationId="{30165489-EC01-483B-91EC-C39D74B6A409}"/>
          </ac:cxnSpMkLst>
        </pc:cxnChg>
        <pc:cxnChg chg="mod">
          <ac:chgData name="Meyer, Riesling M" userId="93fbefa7-80e7-4750-9506-1c476a581f9b" providerId="ADAL" clId="{4017349A-7549-4284-A2E6-4E328E90356D}" dt="2020-11-15T16:31:42.640" v="6528" actId="165"/>
          <ac:cxnSpMkLst>
            <pc:docMk/>
            <pc:sldMk cId="3222852256" sldId="257"/>
            <ac:cxnSpMk id="101" creationId="{F9552E55-6411-459D-AF73-99EACC39B5AE}"/>
          </ac:cxnSpMkLst>
        </pc:cxnChg>
        <pc:cxnChg chg="mod">
          <ac:chgData name="Meyer, Riesling M" userId="93fbefa7-80e7-4750-9506-1c476a581f9b" providerId="ADAL" clId="{4017349A-7549-4284-A2E6-4E328E90356D}" dt="2020-11-15T16:34:03.033" v="6575" actId="165"/>
          <ac:cxnSpMkLst>
            <pc:docMk/>
            <pc:sldMk cId="3222852256" sldId="257"/>
            <ac:cxnSpMk id="142" creationId="{846EE8FA-0A35-4B2A-891E-A3DF2F019FAD}"/>
          </ac:cxnSpMkLst>
        </pc:cxnChg>
        <pc:cxnChg chg="mod">
          <ac:chgData name="Meyer, Riesling M" userId="93fbefa7-80e7-4750-9506-1c476a581f9b" providerId="ADAL" clId="{4017349A-7549-4284-A2E6-4E328E90356D}" dt="2020-11-15T16:34:03.033" v="6575" actId="165"/>
          <ac:cxnSpMkLst>
            <pc:docMk/>
            <pc:sldMk cId="3222852256" sldId="257"/>
            <ac:cxnSpMk id="143" creationId="{CE400EF9-3FAF-469F-A662-FCB531781730}"/>
          </ac:cxnSpMkLst>
        </pc:cxnChg>
        <pc:cxnChg chg="mod">
          <ac:chgData name="Meyer, Riesling M" userId="93fbefa7-80e7-4750-9506-1c476a581f9b" providerId="ADAL" clId="{4017349A-7549-4284-A2E6-4E328E90356D}" dt="2020-11-15T16:34:03.033" v="6575" actId="165"/>
          <ac:cxnSpMkLst>
            <pc:docMk/>
            <pc:sldMk cId="3222852256" sldId="257"/>
            <ac:cxnSpMk id="144" creationId="{D2368450-47BD-48DB-8916-A299E0BC1DAE}"/>
          </ac:cxnSpMkLst>
        </pc:cxnChg>
        <pc:cxnChg chg="mod">
          <ac:chgData name="Meyer, Riesling M" userId="93fbefa7-80e7-4750-9506-1c476a581f9b" providerId="ADAL" clId="{4017349A-7549-4284-A2E6-4E328E90356D}" dt="2020-11-15T16:34:03.033" v="6575" actId="165"/>
          <ac:cxnSpMkLst>
            <pc:docMk/>
            <pc:sldMk cId="3222852256" sldId="257"/>
            <ac:cxnSpMk id="145" creationId="{873CA50D-F56A-4CCE-8A53-3E0A7E3877B3}"/>
          </ac:cxnSpMkLst>
        </pc:cxnChg>
        <pc:cxnChg chg="mod">
          <ac:chgData name="Meyer, Riesling M" userId="93fbefa7-80e7-4750-9506-1c476a581f9b" providerId="ADAL" clId="{4017349A-7549-4284-A2E6-4E328E90356D}" dt="2020-11-15T16:34:03.033" v="6575" actId="165"/>
          <ac:cxnSpMkLst>
            <pc:docMk/>
            <pc:sldMk cId="3222852256" sldId="257"/>
            <ac:cxnSpMk id="146" creationId="{88C72C3A-9750-4923-8007-AEAF0C89294D}"/>
          </ac:cxnSpMkLst>
        </pc:cxnChg>
        <pc:cxnChg chg="mod">
          <ac:chgData name="Meyer, Riesling M" userId="93fbefa7-80e7-4750-9506-1c476a581f9b" providerId="ADAL" clId="{4017349A-7549-4284-A2E6-4E328E90356D}" dt="2020-11-15T16:34:03.033" v="6575" actId="165"/>
          <ac:cxnSpMkLst>
            <pc:docMk/>
            <pc:sldMk cId="3222852256" sldId="257"/>
            <ac:cxnSpMk id="153" creationId="{00107ED4-9516-4541-9A0F-8CE0CA7B2846}"/>
          </ac:cxnSpMkLst>
        </pc:cxnChg>
        <pc:cxnChg chg="mod">
          <ac:chgData name="Meyer, Riesling M" userId="93fbefa7-80e7-4750-9506-1c476a581f9b" providerId="ADAL" clId="{4017349A-7549-4284-A2E6-4E328E90356D}" dt="2020-11-15T16:34:03.033" v="6575" actId="165"/>
          <ac:cxnSpMkLst>
            <pc:docMk/>
            <pc:sldMk cId="3222852256" sldId="257"/>
            <ac:cxnSpMk id="154" creationId="{BA29B48D-4649-4DDB-95BD-A8A910E02091}"/>
          </ac:cxnSpMkLst>
        </pc:cxnChg>
        <pc:cxnChg chg="mod">
          <ac:chgData name="Meyer, Riesling M" userId="93fbefa7-80e7-4750-9506-1c476a581f9b" providerId="ADAL" clId="{4017349A-7549-4284-A2E6-4E328E90356D}" dt="2020-11-15T16:34:03.033" v="6575" actId="165"/>
          <ac:cxnSpMkLst>
            <pc:docMk/>
            <pc:sldMk cId="3222852256" sldId="257"/>
            <ac:cxnSpMk id="155" creationId="{6585DE42-DE38-445B-B7AC-C8522632DE48}"/>
          </ac:cxnSpMkLst>
        </pc:cxnChg>
        <pc:cxnChg chg="mod">
          <ac:chgData name="Meyer, Riesling M" userId="93fbefa7-80e7-4750-9506-1c476a581f9b" providerId="ADAL" clId="{4017349A-7549-4284-A2E6-4E328E90356D}" dt="2020-11-15T16:34:03.033" v="6575" actId="165"/>
          <ac:cxnSpMkLst>
            <pc:docMk/>
            <pc:sldMk cId="3222852256" sldId="257"/>
            <ac:cxnSpMk id="156" creationId="{0381FD32-E5B6-48AA-AB67-0257F8BF2D1F}"/>
          </ac:cxnSpMkLst>
        </pc:cxnChg>
        <pc:cxnChg chg="mod">
          <ac:chgData name="Meyer, Riesling M" userId="93fbefa7-80e7-4750-9506-1c476a581f9b" providerId="ADAL" clId="{4017349A-7549-4284-A2E6-4E328E90356D}" dt="2020-11-15T16:34:03.033" v="6575" actId="165"/>
          <ac:cxnSpMkLst>
            <pc:docMk/>
            <pc:sldMk cId="3222852256" sldId="257"/>
            <ac:cxnSpMk id="157" creationId="{8C9E49ED-4BA5-42AB-9D70-7697FE44C282}"/>
          </ac:cxnSpMkLst>
        </pc:cxnChg>
        <pc:cxnChg chg="mod">
          <ac:chgData name="Meyer, Riesling M" userId="93fbefa7-80e7-4750-9506-1c476a581f9b" providerId="ADAL" clId="{4017349A-7549-4284-A2E6-4E328E90356D}" dt="2020-11-15T16:34:03.033" v="6575" actId="165"/>
          <ac:cxnSpMkLst>
            <pc:docMk/>
            <pc:sldMk cId="3222852256" sldId="257"/>
            <ac:cxnSpMk id="158" creationId="{629910DC-946C-47D3-844C-E9BB670EB47E}"/>
          </ac:cxnSpMkLst>
        </pc:cxnChg>
        <pc:cxnChg chg="mod">
          <ac:chgData name="Meyer, Riesling M" userId="93fbefa7-80e7-4750-9506-1c476a581f9b" providerId="ADAL" clId="{4017349A-7549-4284-A2E6-4E328E90356D}" dt="2020-11-15T16:34:03.033" v="6575" actId="165"/>
          <ac:cxnSpMkLst>
            <pc:docMk/>
            <pc:sldMk cId="3222852256" sldId="257"/>
            <ac:cxnSpMk id="159" creationId="{AE350F31-1D3A-4B54-99F4-32C845BF805A}"/>
          </ac:cxnSpMkLst>
        </pc:cxnChg>
        <pc:cxnChg chg="mod">
          <ac:chgData name="Meyer, Riesling M" userId="93fbefa7-80e7-4750-9506-1c476a581f9b" providerId="ADAL" clId="{4017349A-7549-4284-A2E6-4E328E90356D}" dt="2020-11-15T16:34:03.033" v="6575" actId="165"/>
          <ac:cxnSpMkLst>
            <pc:docMk/>
            <pc:sldMk cId="3222852256" sldId="257"/>
            <ac:cxnSpMk id="160" creationId="{B722CB6C-00AD-4A9E-96E1-23662F88E7CB}"/>
          </ac:cxnSpMkLst>
        </pc:cxnChg>
        <pc:cxnChg chg="mod">
          <ac:chgData name="Meyer, Riesling M" userId="93fbefa7-80e7-4750-9506-1c476a581f9b" providerId="ADAL" clId="{4017349A-7549-4284-A2E6-4E328E90356D}" dt="2020-11-15T16:34:03.033" v="6575" actId="165"/>
          <ac:cxnSpMkLst>
            <pc:docMk/>
            <pc:sldMk cId="3222852256" sldId="257"/>
            <ac:cxnSpMk id="161" creationId="{A1E668BC-1338-40D9-BF7E-7B339D38501A}"/>
          </ac:cxnSpMkLst>
        </pc:cxnChg>
        <pc:cxnChg chg="mod">
          <ac:chgData name="Meyer, Riesling M" userId="93fbefa7-80e7-4750-9506-1c476a581f9b" providerId="ADAL" clId="{4017349A-7549-4284-A2E6-4E328E90356D}" dt="2020-11-15T16:32:35.225" v="6544" actId="1076"/>
          <ac:cxnSpMkLst>
            <pc:docMk/>
            <pc:sldMk cId="3222852256" sldId="257"/>
            <ac:cxnSpMk id="235" creationId="{5320EF98-4F0F-47FE-ADCA-7EF08DF62DE2}"/>
          </ac:cxnSpMkLst>
        </pc:cxnChg>
        <pc:cxnChg chg="mod">
          <ac:chgData name="Meyer, Riesling M" userId="93fbefa7-80e7-4750-9506-1c476a581f9b" providerId="ADAL" clId="{4017349A-7549-4284-A2E6-4E328E90356D}" dt="2020-11-15T16:32:44.182" v="6558" actId="20577"/>
          <ac:cxnSpMkLst>
            <pc:docMk/>
            <pc:sldMk cId="3222852256" sldId="257"/>
            <ac:cxnSpMk id="237" creationId="{8B82AD6C-D968-4E95-BF05-34F46917A068}"/>
          </ac:cxnSpMkLst>
        </pc:cxnChg>
        <pc:cxnChg chg="mod">
          <ac:chgData name="Meyer, Riesling M" userId="93fbefa7-80e7-4750-9506-1c476a581f9b" providerId="ADAL" clId="{4017349A-7549-4284-A2E6-4E328E90356D}" dt="2020-11-15T16:32:26.866" v="6541" actId="165"/>
          <ac:cxnSpMkLst>
            <pc:docMk/>
            <pc:sldMk cId="3222852256" sldId="257"/>
            <ac:cxnSpMk id="277" creationId="{9E12A03E-0C0A-4B09-89C6-D534BFD9C7A9}"/>
          </ac:cxnSpMkLst>
        </pc:cxnChg>
        <pc:cxnChg chg="mod">
          <ac:chgData name="Meyer, Riesling M" userId="93fbefa7-80e7-4750-9506-1c476a581f9b" providerId="ADAL" clId="{4017349A-7549-4284-A2E6-4E328E90356D}" dt="2020-11-15T16:32:26.866" v="6541" actId="165"/>
          <ac:cxnSpMkLst>
            <pc:docMk/>
            <pc:sldMk cId="3222852256" sldId="257"/>
            <ac:cxnSpMk id="278" creationId="{ECB75594-5C5E-4488-BFCE-E526B65DD0A9}"/>
          </ac:cxnSpMkLst>
        </pc:cxnChg>
        <pc:cxnChg chg="mod">
          <ac:chgData name="Meyer, Riesling M" userId="93fbefa7-80e7-4750-9506-1c476a581f9b" providerId="ADAL" clId="{4017349A-7549-4284-A2E6-4E328E90356D}" dt="2020-11-15T16:32:26.866" v="6541" actId="165"/>
          <ac:cxnSpMkLst>
            <pc:docMk/>
            <pc:sldMk cId="3222852256" sldId="257"/>
            <ac:cxnSpMk id="279" creationId="{C70E2483-512F-4F5C-BFBB-E89FB56ADE9B}"/>
          </ac:cxnSpMkLst>
        </pc:cxnChg>
        <pc:cxnChg chg="mod">
          <ac:chgData name="Meyer, Riesling M" userId="93fbefa7-80e7-4750-9506-1c476a581f9b" providerId="ADAL" clId="{4017349A-7549-4284-A2E6-4E328E90356D}" dt="2020-11-15T16:32:26.866" v="6541" actId="165"/>
          <ac:cxnSpMkLst>
            <pc:docMk/>
            <pc:sldMk cId="3222852256" sldId="257"/>
            <ac:cxnSpMk id="280" creationId="{0D0620AC-99D6-4B4A-9D56-395B8D4080AB}"/>
          </ac:cxnSpMkLst>
        </pc:cxnChg>
        <pc:cxnChg chg="mod">
          <ac:chgData name="Meyer, Riesling M" userId="93fbefa7-80e7-4750-9506-1c476a581f9b" providerId="ADAL" clId="{4017349A-7549-4284-A2E6-4E328E90356D}" dt="2020-11-15T16:32:26.866" v="6541" actId="165"/>
          <ac:cxnSpMkLst>
            <pc:docMk/>
            <pc:sldMk cId="3222852256" sldId="257"/>
            <ac:cxnSpMk id="281" creationId="{BC3C53D5-6692-4622-A9B4-2E1B7C77DABD}"/>
          </ac:cxnSpMkLst>
        </pc:cxnChg>
        <pc:cxnChg chg="mod">
          <ac:chgData name="Meyer, Riesling M" userId="93fbefa7-80e7-4750-9506-1c476a581f9b" providerId="ADAL" clId="{4017349A-7549-4284-A2E6-4E328E90356D}" dt="2020-11-15T16:32:26.866" v="6541" actId="165"/>
          <ac:cxnSpMkLst>
            <pc:docMk/>
            <pc:sldMk cId="3222852256" sldId="257"/>
            <ac:cxnSpMk id="282" creationId="{9329E341-EF64-46B0-A76E-1E8A4B7E22A8}"/>
          </ac:cxnSpMkLst>
        </pc:cxnChg>
        <pc:cxnChg chg="mod">
          <ac:chgData name="Meyer, Riesling M" userId="93fbefa7-80e7-4750-9506-1c476a581f9b" providerId="ADAL" clId="{4017349A-7549-4284-A2E6-4E328E90356D}" dt="2020-11-15T16:32:26.866" v="6541" actId="165"/>
          <ac:cxnSpMkLst>
            <pc:docMk/>
            <pc:sldMk cId="3222852256" sldId="257"/>
            <ac:cxnSpMk id="283" creationId="{A2C92961-5A89-4975-918D-6540D4178E26}"/>
          </ac:cxnSpMkLst>
        </pc:cxnChg>
        <pc:cxnChg chg="mod">
          <ac:chgData name="Meyer, Riesling M" userId="93fbefa7-80e7-4750-9506-1c476a581f9b" providerId="ADAL" clId="{4017349A-7549-4284-A2E6-4E328E90356D}" dt="2020-11-15T16:32:26.866" v="6541" actId="165"/>
          <ac:cxnSpMkLst>
            <pc:docMk/>
            <pc:sldMk cId="3222852256" sldId="257"/>
            <ac:cxnSpMk id="286" creationId="{014EBBFB-DF8A-475F-A54C-B2531318388F}"/>
          </ac:cxnSpMkLst>
        </pc:cxnChg>
        <pc:cxnChg chg="mod">
          <ac:chgData name="Meyer, Riesling M" userId="93fbefa7-80e7-4750-9506-1c476a581f9b" providerId="ADAL" clId="{4017349A-7549-4284-A2E6-4E328E90356D}" dt="2020-11-15T16:32:26.866" v="6541" actId="165"/>
          <ac:cxnSpMkLst>
            <pc:docMk/>
            <pc:sldMk cId="3222852256" sldId="257"/>
            <ac:cxnSpMk id="288" creationId="{65EF8795-47B7-4AF3-BC9A-040A9EC69B3A}"/>
          </ac:cxnSpMkLst>
        </pc:cxnChg>
        <pc:cxnChg chg="mod">
          <ac:chgData name="Meyer, Riesling M" userId="93fbefa7-80e7-4750-9506-1c476a581f9b" providerId="ADAL" clId="{4017349A-7549-4284-A2E6-4E328E90356D}" dt="2020-11-15T16:32:26.866" v="6541" actId="165"/>
          <ac:cxnSpMkLst>
            <pc:docMk/>
            <pc:sldMk cId="3222852256" sldId="257"/>
            <ac:cxnSpMk id="293" creationId="{9560C011-8D5A-430A-A4B5-3F4227CAE98F}"/>
          </ac:cxnSpMkLst>
        </pc:cxnChg>
        <pc:cxnChg chg="mod">
          <ac:chgData name="Meyer, Riesling M" userId="93fbefa7-80e7-4750-9506-1c476a581f9b" providerId="ADAL" clId="{4017349A-7549-4284-A2E6-4E328E90356D}" dt="2020-11-15T16:32:26.866" v="6541" actId="165"/>
          <ac:cxnSpMkLst>
            <pc:docMk/>
            <pc:sldMk cId="3222852256" sldId="257"/>
            <ac:cxnSpMk id="304" creationId="{5672BBF4-3DF4-47C7-8FD2-CE31AFD7D37C}"/>
          </ac:cxnSpMkLst>
        </pc:cxnChg>
        <pc:cxnChg chg="mod">
          <ac:chgData name="Meyer, Riesling M" userId="93fbefa7-80e7-4750-9506-1c476a581f9b" providerId="ADAL" clId="{4017349A-7549-4284-A2E6-4E328E90356D}" dt="2020-11-15T16:32:26.866" v="6541" actId="165"/>
          <ac:cxnSpMkLst>
            <pc:docMk/>
            <pc:sldMk cId="3222852256" sldId="257"/>
            <ac:cxnSpMk id="306" creationId="{90FFB8F6-AD3A-4B4C-8917-08F15925BFFE}"/>
          </ac:cxnSpMkLst>
        </pc:cxnChg>
        <pc:cxnChg chg="mod">
          <ac:chgData name="Meyer, Riesling M" userId="93fbefa7-80e7-4750-9506-1c476a581f9b" providerId="ADAL" clId="{4017349A-7549-4284-A2E6-4E328E90356D}" dt="2020-11-15T16:32:26.866" v="6541" actId="165"/>
          <ac:cxnSpMkLst>
            <pc:docMk/>
            <pc:sldMk cId="3222852256" sldId="257"/>
            <ac:cxnSpMk id="308" creationId="{FCC6B0A0-244A-46EB-8B18-735F8132742E}"/>
          </ac:cxnSpMkLst>
        </pc:cxnChg>
        <pc:cxnChg chg="mod">
          <ac:chgData name="Meyer, Riesling M" userId="93fbefa7-80e7-4750-9506-1c476a581f9b" providerId="ADAL" clId="{4017349A-7549-4284-A2E6-4E328E90356D}" dt="2020-11-15T16:32:26.866" v="6541" actId="165"/>
          <ac:cxnSpMkLst>
            <pc:docMk/>
            <pc:sldMk cId="3222852256" sldId="257"/>
            <ac:cxnSpMk id="313" creationId="{F191D22E-2596-4B89-92DB-946D91A12AC3}"/>
          </ac:cxnSpMkLst>
        </pc:cxnChg>
        <pc:cxnChg chg="mod">
          <ac:chgData name="Meyer, Riesling M" userId="93fbefa7-80e7-4750-9506-1c476a581f9b" providerId="ADAL" clId="{4017349A-7549-4284-A2E6-4E328E90356D}" dt="2020-11-15T16:29:25.862" v="6494" actId="478"/>
          <ac:cxnSpMkLst>
            <pc:docMk/>
            <pc:sldMk cId="3222852256" sldId="257"/>
            <ac:cxnSpMk id="335" creationId="{24337701-0834-4709-ABA5-50D4CF186527}"/>
          </ac:cxnSpMkLst>
        </pc:cxnChg>
        <pc:cxnChg chg="mod">
          <ac:chgData name="Meyer, Riesling M" userId="93fbefa7-80e7-4750-9506-1c476a581f9b" providerId="ADAL" clId="{4017349A-7549-4284-A2E6-4E328E90356D}" dt="2020-11-15T16:29:25.862" v="6494" actId="478"/>
          <ac:cxnSpMkLst>
            <pc:docMk/>
            <pc:sldMk cId="3222852256" sldId="257"/>
            <ac:cxnSpMk id="339" creationId="{8223C024-4CC8-448E-A1B5-003E90AB6451}"/>
          </ac:cxnSpMkLst>
        </pc:cxnChg>
        <pc:cxnChg chg="mod">
          <ac:chgData name="Meyer, Riesling M" userId="93fbefa7-80e7-4750-9506-1c476a581f9b" providerId="ADAL" clId="{4017349A-7549-4284-A2E6-4E328E90356D}" dt="2020-11-15T16:29:25.862" v="6494" actId="478"/>
          <ac:cxnSpMkLst>
            <pc:docMk/>
            <pc:sldMk cId="3222852256" sldId="257"/>
            <ac:cxnSpMk id="341" creationId="{88F5BF92-52D8-4AA5-AAEE-B043CCCBCE32}"/>
          </ac:cxnSpMkLst>
        </pc:cxnChg>
        <pc:cxnChg chg="mod">
          <ac:chgData name="Meyer, Riesling M" userId="93fbefa7-80e7-4750-9506-1c476a581f9b" providerId="ADAL" clId="{4017349A-7549-4284-A2E6-4E328E90356D}" dt="2020-11-15T16:29:25.862" v="6494" actId="478"/>
          <ac:cxnSpMkLst>
            <pc:docMk/>
            <pc:sldMk cId="3222852256" sldId="257"/>
            <ac:cxnSpMk id="344" creationId="{38F5EEF9-6CB8-4C09-9268-4B3A60975D8C}"/>
          </ac:cxnSpMkLst>
        </pc:cxnChg>
        <pc:cxnChg chg="mod">
          <ac:chgData name="Meyer, Riesling M" userId="93fbefa7-80e7-4750-9506-1c476a581f9b" providerId="ADAL" clId="{4017349A-7549-4284-A2E6-4E328E90356D}" dt="2020-11-15T16:29:25.862" v="6494" actId="478"/>
          <ac:cxnSpMkLst>
            <pc:docMk/>
            <pc:sldMk cId="3222852256" sldId="257"/>
            <ac:cxnSpMk id="348" creationId="{283C880A-B1AB-4734-BAD0-0120BC214F1E}"/>
          </ac:cxnSpMkLst>
        </pc:cxnChg>
        <pc:cxnChg chg="mod">
          <ac:chgData name="Meyer, Riesling M" userId="93fbefa7-80e7-4750-9506-1c476a581f9b" providerId="ADAL" clId="{4017349A-7549-4284-A2E6-4E328E90356D}" dt="2020-11-15T16:29:25.862" v="6494" actId="478"/>
          <ac:cxnSpMkLst>
            <pc:docMk/>
            <pc:sldMk cId="3222852256" sldId="257"/>
            <ac:cxnSpMk id="364" creationId="{9DBAD108-6ED6-49EB-991E-33F5AE84FBD3}"/>
          </ac:cxnSpMkLst>
        </pc:cxnChg>
        <pc:cxnChg chg="mod">
          <ac:chgData name="Meyer, Riesling M" userId="93fbefa7-80e7-4750-9506-1c476a581f9b" providerId="ADAL" clId="{4017349A-7549-4284-A2E6-4E328E90356D}" dt="2020-11-15T16:29:25.862" v="6494" actId="478"/>
          <ac:cxnSpMkLst>
            <pc:docMk/>
            <pc:sldMk cId="3222852256" sldId="257"/>
            <ac:cxnSpMk id="367" creationId="{BABC9153-CBEB-4EEE-9A13-8153F22021A4}"/>
          </ac:cxnSpMkLst>
        </pc:cxnChg>
      </pc:sldChg>
      <pc:sldChg chg="delSp modSp add del mod">
        <pc:chgData name="Meyer, Riesling M" userId="93fbefa7-80e7-4750-9506-1c476a581f9b" providerId="ADAL" clId="{4017349A-7549-4284-A2E6-4E328E90356D}" dt="2020-11-07T19:18:34.691" v="684" actId="47"/>
        <pc:sldMkLst>
          <pc:docMk/>
          <pc:sldMk cId="3730349567" sldId="257"/>
        </pc:sldMkLst>
        <pc:spChg chg="mod">
          <ac:chgData name="Meyer, Riesling M" userId="93fbefa7-80e7-4750-9506-1c476a581f9b" providerId="ADAL" clId="{4017349A-7549-4284-A2E6-4E328E90356D}" dt="2020-11-07T19:17:40.111" v="683" actId="1076"/>
          <ac:spMkLst>
            <pc:docMk/>
            <pc:sldMk cId="3730349567" sldId="257"/>
            <ac:spMk id="36" creationId="{00B901DF-95C0-4D73-B9CC-A49A9EAF6820}"/>
          </ac:spMkLst>
        </pc:spChg>
        <pc:picChg chg="del">
          <ac:chgData name="Meyer, Riesling M" userId="93fbefa7-80e7-4750-9506-1c476a581f9b" providerId="ADAL" clId="{4017349A-7549-4284-A2E6-4E328E90356D}" dt="2020-11-07T19:15:51.162" v="681" actId="478"/>
          <ac:picMkLst>
            <pc:docMk/>
            <pc:sldMk cId="3730349567" sldId="257"/>
            <ac:picMk id="39" creationId="{AD338867-16F7-47A5-B3F7-207BC406D25D}"/>
          </ac:picMkLst>
        </pc:picChg>
        <pc:picChg chg="del">
          <ac:chgData name="Meyer, Riesling M" userId="93fbefa7-80e7-4750-9506-1c476a581f9b" providerId="ADAL" clId="{4017349A-7549-4284-A2E6-4E328E90356D}" dt="2020-11-07T19:15:51.879" v="682" actId="478"/>
          <ac:picMkLst>
            <pc:docMk/>
            <pc:sldMk cId="3730349567" sldId="257"/>
            <ac:picMk id="40" creationId="{343AEEFC-B075-4069-A894-BA07D786BC97}"/>
          </ac:picMkLst>
        </pc:picChg>
      </pc:sldChg>
      <pc:sldChg chg="addSp delSp modSp add del mod ord">
        <pc:chgData name="Meyer, Riesling M" userId="93fbefa7-80e7-4750-9506-1c476a581f9b" providerId="ADAL" clId="{4017349A-7549-4284-A2E6-4E328E90356D}" dt="2020-11-15T21:34:30.622" v="8579" actId="47"/>
        <pc:sldMkLst>
          <pc:docMk/>
          <pc:sldMk cId="55131429" sldId="258"/>
        </pc:sldMkLst>
        <pc:spChg chg="mod">
          <ac:chgData name="Meyer, Riesling M" userId="93fbefa7-80e7-4750-9506-1c476a581f9b" providerId="ADAL" clId="{4017349A-7549-4284-A2E6-4E328E90356D}" dt="2020-11-15T17:33:47.307" v="6812" actId="14100"/>
          <ac:spMkLst>
            <pc:docMk/>
            <pc:sldMk cId="55131429" sldId="258"/>
            <ac:spMk id="4" creationId="{3EEA5189-F317-4648-9B82-E077C43572D3}"/>
          </ac:spMkLst>
        </pc:spChg>
        <pc:spChg chg="mod">
          <ac:chgData name="Meyer, Riesling M" userId="93fbefa7-80e7-4750-9506-1c476a581f9b" providerId="ADAL" clId="{4017349A-7549-4284-A2E6-4E328E90356D}" dt="2020-11-15T17:35:43.144" v="6840" actId="1076"/>
          <ac:spMkLst>
            <pc:docMk/>
            <pc:sldMk cId="55131429" sldId="258"/>
            <ac:spMk id="5" creationId="{5764D483-4484-4DFA-A86D-FF83149F4770}"/>
          </ac:spMkLst>
        </pc:spChg>
        <pc:spChg chg="add mod ord">
          <ac:chgData name="Meyer, Riesling M" userId="93fbefa7-80e7-4750-9506-1c476a581f9b" providerId="ADAL" clId="{4017349A-7549-4284-A2E6-4E328E90356D}" dt="2020-11-15T17:44:58.926" v="7036" actId="14100"/>
          <ac:spMkLst>
            <pc:docMk/>
            <pc:sldMk cId="55131429" sldId="258"/>
            <ac:spMk id="6" creationId="{E24078CD-8BF8-4818-8934-BBABA10F5478}"/>
          </ac:spMkLst>
        </pc:spChg>
        <pc:spChg chg="add mod">
          <ac:chgData name="Meyer, Riesling M" userId="93fbefa7-80e7-4750-9506-1c476a581f9b" providerId="ADAL" clId="{4017349A-7549-4284-A2E6-4E328E90356D}" dt="2020-11-15T17:43:34.797" v="7022" actId="14100"/>
          <ac:spMkLst>
            <pc:docMk/>
            <pc:sldMk cId="55131429" sldId="258"/>
            <ac:spMk id="9" creationId="{8BCE4A34-2635-43B2-9FA1-0EDA2008B441}"/>
          </ac:spMkLst>
        </pc:spChg>
        <pc:spChg chg="add mod">
          <ac:chgData name="Meyer, Riesling M" userId="93fbefa7-80e7-4750-9506-1c476a581f9b" providerId="ADAL" clId="{4017349A-7549-4284-A2E6-4E328E90356D}" dt="2020-11-15T17:43:40.968" v="7024" actId="1076"/>
          <ac:spMkLst>
            <pc:docMk/>
            <pc:sldMk cId="55131429" sldId="258"/>
            <ac:spMk id="10" creationId="{D12B716C-A6F7-47D2-AFC0-4E04283A1837}"/>
          </ac:spMkLst>
        </pc:spChg>
        <pc:spChg chg="mod">
          <ac:chgData name="Meyer, Riesling M" userId="93fbefa7-80e7-4750-9506-1c476a581f9b" providerId="ADAL" clId="{4017349A-7549-4284-A2E6-4E328E90356D}" dt="2020-11-15T17:34:42.591" v="6826" actId="1076"/>
          <ac:spMkLst>
            <pc:docMk/>
            <pc:sldMk cId="55131429" sldId="258"/>
            <ac:spMk id="11" creationId="{56C95DBF-9F8B-45DC-A021-AD08BE4A627D}"/>
          </ac:spMkLst>
        </pc:spChg>
        <pc:spChg chg="mod">
          <ac:chgData name="Meyer, Riesling M" userId="93fbefa7-80e7-4750-9506-1c476a581f9b" providerId="ADAL" clId="{4017349A-7549-4284-A2E6-4E328E90356D}" dt="2020-11-15T17:33:42.439" v="6811" actId="1076"/>
          <ac:spMkLst>
            <pc:docMk/>
            <pc:sldMk cId="55131429" sldId="258"/>
            <ac:spMk id="12" creationId="{EE43B342-DE2A-4785-AFAB-6DE599AC5AFF}"/>
          </ac:spMkLst>
        </pc:spChg>
        <pc:spChg chg="mod topLvl">
          <ac:chgData name="Meyer, Riesling M" userId="93fbefa7-80e7-4750-9506-1c476a581f9b" providerId="ADAL" clId="{4017349A-7549-4284-A2E6-4E328E90356D}" dt="2020-11-15T17:35:05.383" v="6834" actId="14100"/>
          <ac:spMkLst>
            <pc:docMk/>
            <pc:sldMk cId="55131429" sldId="258"/>
            <ac:spMk id="14" creationId="{A24EF8AF-B6A2-4956-914E-5EDB7423D2CF}"/>
          </ac:spMkLst>
        </pc:spChg>
        <pc:spChg chg="mod">
          <ac:chgData name="Meyer, Riesling M" userId="93fbefa7-80e7-4750-9506-1c476a581f9b" providerId="ADAL" clId="{4017349A-7549-4284-A2E6-4E328E90356D}" dt="2020-11-15T16:42:13.797" v="6779" actId="1076"/>
          <ac:spMkLst>
            <pc:docMk/>
            <pc:sldMk cId="55131429" sldId="258"/>
            <ac:spMk id="15" creationId="{F8EB69BE-5E60-4818-8ACB-363784022A20}"/>
          </ac:spMkLst>
        </pc:spChg>
        <pc:spChg chg="mod topLvl">
          <ac:chgData name="Meyer, Riesling M" userId="93fbefa7-80e7-4750-9506-1c476a581f9b" providerId="ADAL" clId="{4017349A-7549-4284-A2E6-4E328E90356D}" dt="2020-11-15T17:34:49.626" v="6828" actId="165"/>
          <ac:spMkLst>
            <pc:docMk/>
            <pc:sldMk cId="55131429" sldId="258"/>
            <ac:spMk id="16" creationId="{92733FBA-0BC5-4C79-9D5D-139F837F837E}"/>
          </ac:spMkLst>
        </pc:spChg>
        <pc:spChg chg="mod topLvl">
          <ac:chgData name="Meyer, Riesling M" userId="93fbefa7-80e7-4750-9506-1c476a581f9b" providerId="ADAL" clId="{4017349A-7549-4284-A2E6-4E328E90356D}" dt="2020-11-15T17:34:46.844" v="6827" actId="1076"/>
          <ac:spMkLst>
            <pc:docMk/>
            <pc:sldMk cId="55131429" sldId="258"/>
            <ac:spMk id="18" creationId="{BA4FA3BF-55E2-4149-A7A2-40642A856AA4}"/>
          </ac:spMkLst>
        </pc:spChg>
        <pc:spChg chg="mod">
          <ac:chgData name="Meyer, Riesling M" userId="93fbefa7-80e7-4750-9506-1c476a581f9b" providerId="ADAL" clId="{4017349A-7549-4284-A2E6-4E328E90356D}" dt="2020-11-15T17:35:58.222" v="6843" actId="14100"/>
          <ac:spMkLst>
            <pc:docMk/>
            <pc:sldMk cId="55131429" sldId="258"/>
            <ac:spMk id="20" creationId="{EBEA1970-1CF2-4254-BD2F-6671E90C69D0}"/>
          </ac:spMkLst>
        </pc:spChg>
        <pc:spChg chg="mod">
          <ac:chgData name="Meyer, Riesling M" userId="93fbefa7-80e7-4750-9506-1c476a581f9b" providerId="ADAL" clId="{4017349A-7549-4284-A2E6-4E328E90356D}" dt="2020-11-15T17:36:42.710" v="6852" actId="1076"/>
          <ac:spMkLst>
            <pc:docMk/>
            <pc:sldMk cId="55131429" sldId="258"/>
            <ac:spMk id="22" creationId="{D7FC9225-34E6-4D3D-94A4-6246B6158FC1}"/>
          </ac:spMkLst>
        </pc:spChg>
        <pc:spChg chg="mod">
          <ac:chgData name="Meyer, Riesling M" userId="93fbefa7-80e7-4750-9506-1c476a581f9b" providerId="ADAL" clId="{4017349A-7549-4284-A2E6-4E328E90356D}" dt="2020-11-15T17:36:27.806" v="6850" actId="1076"/>
          <ac:spMkLst>
            <pc:docMk/>
            <pc:sldMk cId="55131429" sldId="258"/>
            <ac:spMk id="24" creationId="{5AED4A8B-70F1-4348-A427-78719E9B6D10}"/>
          </ac:spMkLst>
        </pc:spChg>
        <pc:spChg chg="add mod">
          <ac:chgData name="Meyer, Riesling M" userId="93fbefa7-80e7-4750-9506-1c476a581f9b" providerId="ADAL" clId="{4017349A-7549-4284-A2E6-4E328E90356D}" dt="2020-11-15T17:56:17.618" v="7229" actId="1076"/>
          <ac:spMkLst>
            <pc:docMk/>
            <pc:sldMk cId="55131429" sldId="258"/>
            <ac:spMk id="25" creationId="{315A4931-3ABB-4B75-A159-5962EDE8525C}"/>
          </ac:spMkLst>
        </pc:spChg>
        <pc:spChg chg="add mod">
          <ac:chgData name="Meyer, Riesling M" userId="93fbefa7-80e7-4750-9506-1c476a581f9b" providerId="ADAL" clId="{4017349A-7549-4284-A2E6-4E328E90356D}" dt="2020-11-15T17:56:27.908" v="7234" actId="1076"/>
          <ac:spMkLst>
            <pc:docMk/>
            <pc:sldMk cId="55131429" sldId="258"/>
            <ac:spMk id="26" creationId="{87E82A89-6725-45D3-A503-1C0CB4BF5B46}"/>
          </ac:spMkLst>
        </pc:spChg>
        <pc:spChg chg="mod">
          <ac:chgData name="Meyer, Riesling M" userId="93fbefa7-80e7-4750-9506-1c476a581f9b" providerId="ADAL" clId="{4017349A-7549-4284-A2E6-4E328E90356D}" dt="2020-11-15T17:34:49.626" v="6828" actId="165"/>
          <ac:spMkLst>
            <pc:docMk/>
            <pc:sldMk cId="55131429" sldId="258"/>
            <ac:spMk id="45" creationId="{A1EF9672-9756-4422-B7D6-CFCEAEEB98F3}"/>
          </ac:spMkLst>
        </pc:spChg>
        <pc:spChg chg="mod">
          <ac:chgData name="Meyer, Riesling M" userId="93fbefa7-80e7-4750-9506-1c476a581f9b" providerId="ADAL" clId="{4017349A-7549-4284-A2E6-4E328E90356D}" dt="2020-11-15T17:34:49.626" v="6828" actId="165"/>
          <ac:spMkLst>
            <pc:docMk/>
            <pc:sldMk cId="55131429" sldId="258"/>
            <ac:spMk id="47" creationId="{F26A26F2-6D62-4014-8231-C84C8054229D}"/>
          </ac:spMkLst>
        </pc:spChg>
        <pc:spChg chg="mod">
          <ac:chgData name="Meyer, Riesling M" userId="93fbefa7-80e7-4750-9506-1c476a581f9b" providerId="ADAL" clId="{4017349A-7549-4284-A2E6-4E328E90356D}" dt="2020-11-15T17:34:49.626" v="6828" actId="165"/>
          <ac:spMkLst>
            <pc:docMk/>
            <pc:sldMk cId="55131429" sldId="258"/>
            <ac:spMk id="51" creationId="{CF4088D6-7B87-4EBD-8F65-82E45EBA1746}"/>
          </ac:spMkLst>
        </pc:spChg>
        <pc:spChg chg="mod">
          <ac:chgData name="Meyer, Riesling M" userId="93fbefa7-80e7-4750-9506-1c476a581f9b" providerId="ADAL" clId="{4017349A-7549-4284-A2E6-4E328E90356D}" dt="2020-11-15T17:34:49.626" v="6828" actId="165"/>
          <ac:spMkLst>
            <pc:docMk/>
            <pc:sldMk cId="55131429" sldId="258"/>
            <ac:spMk id="55" creationId="{73A44B0E-AFA5-427F-B0AD-EE8473CF0EAB}"/>
          </ac:spMkLst>
        </pc:spChg>
        <pc:spChg chg="mod">
          <ac:chgData name="Meyer, Riesling M" userId="93fbefa7-80e7-4750-9506-1c476a581f9b" providerId="ADAL" clId="{4017349A-7549-4284-A2E6-4E328E90356D}" dt="2020-11-15T17:34:49.626" v="6828" actId="165"/>
          <ac:spMkLst>
            <pc:docMk/>
            <pc:sldMk cId="55131429" sldId="258"/>
            <ac:spMk id="57" creationId="{C8406248-82BC-4FBD-880B-4F030F0E6A97}"/>
          </ac:spMkLst>
        </pc:spChg>
        <pc:spChg chg="mod">
          <ac:chgData name="Meyer, Riesling M" userId="93fbefa7-80e7-4750-9506-1c476a581f9b" providerId="ADAL" clId="{4017349A-7549-4284-A2E6-4E328E90356D}" dt="2020-11-15T17:34:49.626" v="6828" actId="165"/>
          <ac:spMkLst>
            <pc:docMk/>
            <pc:sldMk cId="55131429" sldId="258"/>
            <ac:spMk id="59" creationId="{DDC738F6-1903-449C-8CDF-6ECDE7C1996B}"/>
          </ac:spMkLst>
        </pc:spChg>
        <pc:spChg chg="mod">
          <ac:chgData name="Meyer, Riesling M" userId="93fbefa7-80e7-4750-9506-1c476a581f9b" providerId="ADAL" clId="{4017349A-7549-4284-A2E6-4E328E90356D}" dt="2020-11-15T17:34:49.626" v="6828" actId="165"/>
          <ac:spMkLst>
            <pc:docMk/>
            <pc:sldMk cId="55131429" sldId="258"/>
            <ac:spMk id="61" creationId="{6D02E2BC-851D-4529-94F9-6143688E85BE}"/>
          </ac:spMkLst>
        </pc:spChg>
        <pc:spChg chg="mod">
          <ac:chgData name="Meyer, Riesling M" userId="93fbefa7-80e7-4750-9506-1c476a581f9b" providerId="ADAL" clId="{4017349A-7549-4284-A2E6-4E328E90356D}" dt="2020-11-15T17:34:49.626" v="6828" actId="165"/>
          <ac:spMkLst>
            <pc:docMk/>
            <pc:sldMk cId="55131429" sldId="258"/>
            <ac:spMk id="63" creationId="{41F41B0A-58A2-4485-9A50-047A71B7DAE2}"/>
          </ac:spMkLst>
        </pc:spChg>
        <pc:spChg chg="mod">
          <ac:chgData name="Meyer, Riesling M" userId="93fbefa7-80e7-4750-9506-1c476a581f9b" providerId="ADAL" clId="{4017349A-7549-4284-A2E6-4E328E90356D}" dt="2020-11-15T17:34:49.626" v="6828" actId="165"/>
          <ac:spMkLst>
            <pc:docMk/>
            <pc:sldMk cId="55131429" sldId="258"/>
            <ac:spMk id="65" creationId="{573B7E8C-E96C-4D25-AA42-8EDF7C0E2538}"/>
          </ac:spMkLst>
        </pc:spChg>
        <pc:spChg chg="mod">
          <ac:chgData name="Meyer, Riesling M" userId="93fbefa7-80e7-4750-9506-1c476a581f9b" providerId="ADAL" clId="{4017349A-7549-4284-A2E6-4E328E90356D}" dt="2020-11-15T17:34:49.626" v="6828" actId="165"/>
          <ac:spMkLst>
            <pc:docMk/>
            <pc:sldMk cId="55131429" sldId="258"/>
            <ac:spMk id="67" creationId="{0A16E45B-31CB-4676-A16A-2DFCDB9EC3C7}"/>
          </ac:spMkLst>
        </pc:spChg>
        <pc:spChg chg="mod">
          <ac:chgData name="Meyer, Riesling M" userId="93fbefa7-80e7-4750-9506-1c476a581f9b" providerId="ADAL" clId="{4017349A-7549-4284-A2E6-4E328E90356D}" dt="2020-11-15T17:34:49.626" v="6828" actId="165"/>
          <ac:spMkLst>
            <pc:docMk/>
            <pc:sldMk cId="55131429" sldId="258"/>
            <ac:spMk id="69" creationId="{5884C57B-2F41-471D-8C6A-5B2158BA1CF2}"/>
          </ac:spMkLst>
        </pc:spChg>
        <pc:spChg chg="mod topLvl">
          <ac:chgData name="Meyer, Riesling M" userId="93fbefa7-80e7-4750-9506-1c476a581f9b" providerId="ADAL" clId="{4017349A-7549-4284-A2E6-4E328E90356D}" dt="2020-11-15T17:35:34.456" v="6839" actId="554"/>
          <ac:spMkLst>
            <pc:docMk/>
            <pc:sldMk cId="55131429" sldId="258"/>
            <ac:spMk id="107" creationId="{F0DA104E-4220-4499-9FF0-561FBEF11866}"/>
          </ac:spMkLst>
        </pc:spChg>
        <pc:spChg chg="mod">
          <ac:chgData name="Meyer, Riesling M" userId="93fbefa7-80e7-4750-9506-1c476a581f9b" providerId="ADAL" clId="{4017349A-7549-4284-A2E6-4E328E90356D}" dt="2020-11-15T17:36:13.045" v="6847" actId="1076"/>
          <ac:spMkLst>
            <pc:docMk/>
            <pc:sldMk cId="55131429" sldId="258"/>
            <ac:spMk id="115" creationId="{6F8AF402-3E57-4CA6-BE25-66ACC74BB8E9}"/>
          </ac:spMkLst>
        </pc:spChg>
        <pc:spChg chg="mod">
          <ac:chgData name="Meyer, Riesling M" userId="93fbefa7-80e7-4750-9506-1c476a581f9b" providerId="ADAL" clId="{4017349A-7549-4284-A2E6-4E328E90356D}" dt="2020-11-15T17:36:20.176" v="6848" actId="1076"/>
          <ac:spMkLst>
            <pc:docMk/>
            <pc:sldMk cId="55131429" sldId="258"/>
            <ac:spMk id="116" creationId="{D6C0CD73-F696-4187-9A62-9AE167175610}"/>
          </ac:spMkLst>
        </pc:spChg>
        <pc:spChg chg="mod">
          <ac:chgData name="Meyer, Riesling M" userId="93fbefa7-80e7-4750-9506-1c476a581f9b" providerId="ADAL" clId="{4017349A-7549-4284-A2E6-4E328E90356D}" dt="2020-11-15T17:36:06.679" v="6846" actId="1076"/>
          <ac:spMkLst>
            <pc:docMk/>
            <pc:sldMk cId="55131429" sldId="258"/>
            <ac:spMk id="117" creationId="{C48174AC-22DE-4E74-9E84-4CBA40B5DA41}"/>
          </ac:spMkLst>
        </pc:spChg>
        <pc:spChg chg="mod">
          <ac:chgData name="Meyer, Riesling M" userId="93fbefa7-80e7-4750-9506-1c476a581f9b" providerId="ADAL" clId="{4017349A-7549-4284-A2E6-4E328E90356D}" dt="2020-11-15T17:32:49.691" v="6801" actId="14100"/>
          <ac:spMkLst>
            <pc:docMk/>
            <pc:sldMk cId="55131429" sldId="258"/>
            <ac:spMk id="129" creationId="{29B0CC97-3840-4244-94C5-8F48575E332E}"/>
          </ac:spMkLst>
        </pc:spChg>
        <pc:spChg chg="mod">
          <ac:chgData name="Meyer, Riesling M" userId="93fbefa7-80e7-4750-9506-1c476a581f9b" providerId="ADAL" clId="{4017349A-7549-4284-A2E6-4E328E90356D}" dt="2020-11-15T18:18:11.415" v="7398" actId="1076"/>
          <ac:spMkLst>
            <pc:docMk/>
            <pc:sldMk cId="55131429" sldId="258"/>
            <ac:spMk id="131" creationId="{0C481B0C-D1DF-4CEC-B71C-B5280C409F12}"/>
          </ac:spMkLst>
        </pc:spChg>
        <pc:spChg chg="mod">
          <ac:chgData name="Meyer, Riesling M" userId="93fbefa7-80e7-4750-9506-1c476a581f9b" providerId="ADAL" clId="{4017349A-7549-4284-A2E6-4E328E90356D}" dt="2020-11-15T18:18:08.176" v="7397" actId="1076"/>
          <ac:spMkLst>
            <pc:docMk/>
            <pc:sldMk cId="55131429" sldId="258"/>
            <ac:spMk id="132" creationId="{D83AC033-0D01-4E23-86A4-E6EEC8809BF4}"/>
          </ac:spMkLst>
        </pc:spChg>
        <pc:spChg chg="mod">
          <ac:chgData name="Meyer, Riesling M" userId="93fbefa7-80e7-4750-9506-1c476a581f9b" providerId="ADAL" clId="{4017349A-7549-4284-A2E6-4E328E90356D}" dt="2020-11-15T17:44:38.625" v="7033" actId="14100"/>
          <ac:spMkLst>
            <pc:docMk/>
            <pc:sldMk cId="55131429" sldId="258"/>
            <ac:spMk id="136" creationId="{7EF05858-B126-43DF-8D1C-FC67083CA14E}"/>
          </ac:spMkLst>
        </pc:spChg>
        <pc:spChg chg="mod">
          <ac:chgData name="Meyer, Riesling M" userId="93fbefa7-80e7-4750-9506-1c476a581f9b" providerId="ADAL" clId="{4017349A-7549-4284-A2E6-4E328E90356D}" dt="2020-11-15T17:44:38.625" v="7033" actId="14100"/>
          <ac:spMkLst>
            <pc:docMk/>
            <pc:sldMk cId="55131429" sldId="258"/>
            <ac:spMk id="137" creationId="{FCBC8791-E58D-4008-8DC6-E242E575C794}"/>
          </ac:spMkLst>
        </pc:spChg>
        <pc:spChg chg="mod">
          <ac:chgData name="Meyer, Riesling M" userId="93fbefa7-80e7-4750-9506-1c476a581f9b" providerId="ADAL" clId="{4017349A-7549-4284-A2E6-4E328E90356D}" dt="2020-11-15T17:44:38.625" v="7033" actId="14100"/>
          <ac:spMkLst>
            <pc:docMk/>
            <pc:sldMk cId="55131429" sldId="258"/>
            <ac:spMk id="138" creationId="{C67EA9FC-2C06-4709-A7BF-8A18EB26325A}"/>
          </ac:spMkLst>
        </pc:spChg>
        <pc:spChg chg="mod">
          <ac:chgData name="Meyer, Riesling M" userId="93fbefa7-80e7-4750-9506-1c476a581f9b" providerId="ADAL" clId="{4017349A-7549-4284-A2E6-4E328E90356D}" dt="2020-11-15T17:44:43.028" v="7034" actId="14100"/>
          <ac:spMkLst>
            <pc:docMk/>
            <pc:sldMk cId="55131429" sldId="258"/>
            <ac:spMk id="140" creationId="{47E4E36A-A348-43DD-BC6D-DE8B11E06B51}"/>
          </ac:spMkLst>
        </pc:spChg>
        <pc:spChg chg="mod">
          <ac:chgData name="Meyer, Riesling M" userId="93fbefa7-80e7-4750-9506-1c476a581f9b" providerId="ADAL" clId="{4017349A-7549-4284-A2E6-4E328E90356D}" dt="2020-11-15T17:44:28.603" v="7032" actId="14100"/>
          <ac:spMkLst>
            <pc:docMk/>
            <pc:sldMk cId="55131429" sldId="258"/>
            <ac:spMk id="152" creationId="{F6A97E70-65F6-499D-B245-405F9794BB39}"/>
          </ac:spMkLst>
        </pc:spChg>
        <pc:spChg chg="mod">
          <ac:chgData name="Meyer, Riesling M" userId="93fbefa7-80e7-4750-9506-1c476a581f9b" providerId="ADAL" clId="{4017349A-7549-4284-A2E6-4E328E90356D}" dt="2020-11-15T17:33:08.112" v="6806" actId="14100"/>
          <ac:spMkLst>
            <pc:docMk/>
            <pc:sldMk cId="55131429" sldId="258"/>
            <ac:spMk id="164" creationId="{6E651A8C-AFB6-4A48-8E20-B9AEC33165ED}"/>
          </ac:spMkLst>
        </pc:spChg>
        <pc:spChg chg="mod">
          <ac:chgData name="Meyer, Riesling M" userId="93fbefa7-80e7-4750-9506-1c476a581f9b" providerId="ADAL" clId="{4017349A-7549-4284-A2E6-4E328E90356D}" dt="2020-11-15T17:45:20.625" v="7037" actId="1076"/>
          <ac:spMkLst>
            <pc:docMk/>
            <pc:sldMk cId="55131429" sldId="258"/>
            <ac:spMk id="165" creationId="{41C2A8F0-4443-4462-B3C3-633CB2F9F734}"/>
          </ac:spMkLst>
        </pc:spChg>
        <pc:spChg chg="mod">
          <ac:chgData name="Meyer, Riesling M" userId="93fbefa7-80e7-4750-9506-1c476a581f9b" providerId="ADAL" clId="{4017349A-7549-4284-A2E6-4E328E90356D}" dt="2020-11-15T18:40:43.873" v="7421" actId="14100"/>
          <ac:spMkLst>
            <pc:docMk/>
            <pc:sldMk cId="55131429" sldId="258"/>
            <ac:spMk id="166" creationId="{FCBD2DE4-C832-47A6-855E-61D21D6069F5}"/>
          </ac:spMkLst>
        </pc:spChg>
        <pc:spChg chg="add del">
          <ac:chgData name="Meyer, Riesling M" userId="93fbefa7-80e7-4750-9506-1c476a581f9b" providerId="ADAL" clId="{4017349A-7549-4284-A2E6-4E328E90356D}" dt="2020-11-15T17:52:57.420" v="7184" actId="22"/>
          <ac:spMkLst>
            <pc:docMk/>
            <pc:sldMk cId="55131429" sldId="258"/>
            <ac:spMk id="170" creationId="{7298C7D6-3630-41B0-9D89-81A324101401}"/>
          </ac:spMkLst>
        </pc:spChg>
        <pc:spChg chg="mod">
          <ac:chgData name="Meyer, Riesling M" userId="93fbefa7-80e7-4750-9506-1c476a581f9b" providerId="ADAL" clId="{4017349A-7549-4284-A2E6-4E328E90356D}" dt="2020-11-15T18:39:50.729" v="7401" actId="113"/>
          <ac:spMkLst>
            <pc:docMk/>
            <pc:sldMk cId="55131429" sldId="258"/>
            <ac:spMk id="171" creationId="{62CA7F73-4E2B-4C2C-A38A-6F23BF109C0C}"/>
          </ac:spMkLst>
        </pc:spChg>
        <pc:spChg chg="mod">
          <ac:chgData name="Meyer, Riesling M" userId="93fbefa7-80e7-4750-9506-1c476a581f9b" providerId="ADAL" clId="{4017349A-7549-4284-A2E6-4E328E90356D}" dt="2020-11-15T18:39:52.876" v="7402" actId="113"/>
          <ac:spMkLst>
            <pc:docMk/>
            <pc:sldMk cId="55131429" sldId="258"/>
            <ac:spMk id="172" creationId="{43AC34DA-96C5-4D20-BD95-232F8BB33279}"/>
          </ac:spMkLst>
        </pc:spChg>
        <pc:spChg chg="mod">
          <ac:chgData name="Meyer, Riesling M" userId="93fbefa7-80e7-4750-9506-1c476a581f9b" providerId="ADAL" clId="{4017349A-7549-4284-A2E6-4E328E90356D}" dt="2020-11-15T18:39:53.927" v="7403" actId="113"/>
          <ac:spMkLst>
            <pc:docMk/>
            <pc:sldMk cId="55131429" sldId="258"/>
            <ac:spMk id="173" creationId="{98577FEA-A054-4FC5-93B8-9F3AE6AB9891}"/>
          </ac:spMkLst>
        </pc:spChg>
        <pc:spChg chg="mod">
          <ac:chgData name="Meyer, Riesling M" userId="93fbefa7-80e7-4750-9506-1c476a581f9b" providerId="ADAL" clId="{4017349A-7549-4284-A2E6-4E328E90356D}" dt="2020-11-15T17:42:00.277" v="6998" actId="1076"/>
          <ac:spMkLst>
            <pc:docMk/>
            <pc:sldMk cId="55131429" sldId="258"/>
            <ac:spMk id="174" creationId="{5CA0FF09-102F-4B5B-BC65-B0B67F57EAAA}"/>
          </ac:spMkLst>
        </pc:spChg>
        <pc:spChg chg="add mod">
          <ac:chgData name="Meyer, Riesling M" userId="93fbefa7-80e7-4750-9506-1c476a581f9b" providerId="ADAL" clId="{4017349A-7549-4284-A2E6-4E328E90356D}" dt="2020-11-15T18:08:00.109" v="7241" actId="1076"/>
          <ac:spMkLst>
            <pc:docMk/>
            <pc:sldMk cId="55131429" sldId="258"/>
            <ac:spMk id="180" creationId="{59CF6CA9-E035-4F06-B6F8-60805925EF0F}"/>
          </ac:spMkLst>
        </pc:spChg>
        <pc:spChg chg="mod">
          <ac:chgData name="Meyer, Riesling M" userId="93fbefa7-80e7-4750-9506-1c476a581f9b" providerId="ADAL" clId="{4017349A-7549-4284-A2E6-4E328E90356D}" dt="2020-11-15T17:42:04.584" v="7000" actId="1076"/>
          <ac:spMkLst>
            <pc:docMk/>
            <pc:sldMk cId="55131429" sldId="258"/>
            <ac:spMk id="183" creationId="{D43AA042-9A9D-4770-827E-BDC86DB31193}"/>
          </ac:spMkLst>
        </pc:spChg>
        <pc:spChg chg="mod">
          <ac:chgData name="Meyer, Riesling M" userId="93fbefa7-80e7-4750-9506-1c476a581f9b" providerId="ADAL" clId="{4017349A-7549-4284-A2E6-4E328E90356D}" dt="2020-11-15T17:41:55.399" v="6996" actId="14100"/>
          <ac:spMkLst>
            <pc:docMk/>
            <pc:sldMk cId="55131429" sldId="258"/>
            <ac:spMk id="185" creationId="{AFDA9F50-B40C-4ADC-BF67-DBB1DB4CE88E}"/>
          </ac:spMkLst>
        </pc:spChg>
        <pc:spChg chg="mod">
          <ac:chgData name="Meyer, Riesling M" userId="93fbefa7-80e7-4750-9506-1c476a581f9b" providerId="ADAL" clId="{4017349A-7549-4284-A2E6-4E328E90356D}" dt="2020-11-15T17:42:16.025" v="7005" actId="14100"/>
          <ac:spMkLst>
            <pc:docMk/>
            <pc:sldMk cId="55131429" sldId="258"/>
            <ac:spMk id="186" creationId="{A90D322A-89E4-4B4C-817B-2364DD4A6144}"/>
          </ac:spMkLst>
        </pc:spChg>
        <pc:spChg chg="mod">
          <ac:chgData name="Meyer, Riesling M" userId="93fbefa7-80e7-4750-9506-1c476a581f9b" providerId="ADAL" clId="{4017349A-7549-4284-A2E6-4E328E90356D}" dt="2020-11-15T17:35:43.144" v="6840" actId="1076"/>
          <ac:spMkLst>
            <pc:docMk/>
            <pc:sldMk cId="55131429" sldId="258"/>
            <ac:spMk id="214" creationId="{7818012C-863D-4F32-95C1-1A8924DA372B}"/>
          </ac:spMkLst>
        </pc:spChg>
        <pc:spChg chg="mod">
          <ac:chgData name="Meyer, Riesling M" userId="93fbefa7-80e7-4750-9506-1c476a581f9b" providerId="ADAL" clId="{4017349A-7549-4284-A2E6-4E328E90356D}" dt="2020-11-15T17:35:43.144" v="6840" actId="1076"/>
          <ac:spMkLst>
            <pc:docMk/>
            <pc:sldMk cId="55131429" sldId="258"/>
            <ac:spMk id="216" creationId="{57525508-9563-4458-AEB2-EB0DA8EBE6C2}"/>
          </ac:spMkLst>
        </pc:spChg>
        <pc:spChg chg="mod">
          <ac:chgData name="Meyer, Riesling M" userId="93fbefa7-80e7-4750-9506-1c476a581f9b" providerId="ADAL" clId="{4017349A-7549-4284-A2E6-4E328E90356D}" dt="2020-11-15T17:35:43.144" v="6840" actId="1076"/>
          <ac:spMkLst>
            <pc:docMk/>
            <pc:sldMk cId="55131429" sldId="258"/>
            <ac:spMk id="219" creationId="{8009F2B2-16F0-46BD-8DCD-9F9A5B7B7736}"/>
          </ac:spMkLst>
        </pc:spChg>
        <pc:spChg chg="mod">
          <ac:chgData name="Meyer, Riesling M" userId="93fbefa7-80e7-4750-9506-1c476a581f9b" providerId="ADAL" clId="{4017349A-7549-4284-A2E6-4E328E90356D}" dt="2020-11-15T17:35:43.144" v="6840" actId="1076"/>
          <ac:spMkLst>
            <pc:docMk/>
            <pc:sldMk cId="55131429" sldId="258"/>
            <ac:spMk id="221" creationId="{B8F66939-4478-4B63-A5E9-127AC26A9A10}"/>
          </ac:spMkLst>
        </pc:spChg>
        <pc:spChg chg="mod">
          <ac:chgData name="Meyer, Riesling M" userId="93fbefa7-80e7-4750-9506-1c476a581f9b" providerId="ADAL" clId="{4017349A-7549-4284-A2E6-4E328E90356D}" dt="2020-11-15T17:35:43.144" v="6840" actId="1076"/>
          <ac:spMkLst>
            <pc:docMk/>
            <pc:sldMk cId="55131429" sldId="258"/>
            <ac:spMk id="222" creationId="{17DBA876-EAB0-49C4-B5E4-764638BA0585}"/>
          </ac:spMkLst>
        </pc:spChg>
        <pc:spChg chg="mod">
          <ac:chgData name="Meyer, Riesling M" userId="93fbefa7-80e7-4750-9506-1c476a581f9b" providerId="ADAL" clId="{4017349A-7549-4284-A2E6-4E328E90356D}" dt="2020-11-15T17:35:43.144" v="6840" actId="1076"/>
          <ac:spMkLst>
            <pc:docMk/>
            <pc:sldMk cId="55131429" sldId="258"/>
            <ac:spMk id="223" creationId="{4C10A087-0991-4370-A873-8CD9FA0A5433}"/>
          </ac:spMkLst>
        </pc:spChg>
        <pc:spChg chg="mod">
          <ac:chgData name="Meyer, Riesling M" userId="93fbefa7-80e7-4750-9506-1c476a581f9b" providerId="ADAL" clId="{4017349A-7549-4284-A2E6-4E328E90356D}" dt="2020-11-15T17:35:43.144" v="6840" actId="1076"/>
          <ac:spMkLst>
            <pc:docMk/>
            <pc:sldMk cId="55131429" sldId="258"/>
            <ac:spMk id="230" creationId="{B47ACCE2-2821-4D25-A653-6D42848C9180}"/>
          </ac:spMkLst>
        </pc:spChg>
        <pc:spChg chg="mod">
          <ac:chgData name="Meyer, Riesling M" userId="93fbefa7-80e7-4750-9506-1c476a581f9b" providerId="ADAL" clId="{4017349A-7549-4284-A2E6-4E328E90356D}" dt="2020-11-15T17:35:43.144" v="6840" actId="1076"/>
          <ac:spMkLst>
            <pc:docMk/>
            <pc:sldMk cId="55131429" sldId="258"/>
            <ac:spMk id="231" creationId="{4B49D898-0BF0-4699-AFAA-D9C258AC441E}"/>
          </ac:spMkLst>
        </pc:spChg>
        <pc:spChg chg="mod">
          <ac:chgData name="Meyer, Riesling M" userId="93fbefa7-80e7-4750-9506-1c476a581f9b" providerId="ADAL" clId="{4017349A-7549-4284-A2E6-4E328E90356D}" dt="2020-11-15T17:35:43.144" v="6840" actId="1076"/>
          <ac:spMkLst>
            <pc:docMk/>
            <pc:sldMk cId="55131429" sldId="258"/>
            <ac:spMk id="233" creationId="{2AED2E96-ECD0-4B0E-8CF1-519C512C2DC1}"/>
          </ac:spMkLst>
        </pc:spChg>
        <pc:spChg chg="mod">
          <ac:chgData name="Meyer, Riesling M" userId="93fbefa7-80e7-4750-9506-1c476a581f9b" providerId="ADAL" clId="{4017349A-7549-4284-A2E6-4E328E90356D}" dt="2020-11-15T17:35:43.144" v="6840" actId="1076"/>
          <ac:spMkLst>
            <pc:docMk/>
            <pc:sldMk cId="55131429" sldId="258"/>
            <ac:spMk id="242" creationId="{1E52EC6A-B3B9-43E9-B7D8-36AE72202F8E}"/>
          </ac:spMkLst>
        </pc:spChg>
        <pc:spChg chg="mod">
          <ac:chgData name="Meyer, Riesling M" userId="93fbefa7-80e7-4750-9506-1c476a581f9b" providerId="ADAL" clId="{4017349A-7549-4284-A2E6-4E328E90356D}" dt="2020-11-15T17:35:43.144" v="6840" actId="1076"/>
          <ac:spMkLst>
            <pc:docMk/>
            <pc:sldMk cId="55131429" sldId="258"/>
            <ac:spMk id="244" creationId="{D1467471-D85D-4CDC-B354-61BA695078D5}"/>
          </ac:spMkLst>
        </pc:spChg>
        <pc:spChg chg="mod">
          <ac:chgData name="Meyer, Riesling M" userId="93fbefa7-80e7-4750-9506-1c476a581f9b" providerId="ADAL" clId="{4017349A-7549-4284-A2E6-4E328E90356D}" dt="2020-11-15T17:35:43.144" v="6840" actId="1076"/>
          <ac:spMkLst>
            <pc:docMk/>
            <pc:sldMk cId="55131429" sldId="258"/>
            <ac:spMk id="256" creationId="{F1CBD900-F9DB-4FE3-8C40-DF38654092AA}"/>
          </ac:spMkLst>
        </pc:spChg>
        <pc:spChg chg="mod">
          <ac:chgData name="Meyer, Riesling M" userId="93fbefa7-80e7-4750-9506-1c476a581f9b" providerId="ADAL" clId="{4017349A-7549-4284-A2E6-4E328E90356D}" dt="2020-11-15T17:35:43.144" v="6840" actId="1076"/>
          <ac:spMkLst>
            <pc:docMk/>
            <pc:sldMk cId="55131429" sldId="258"/>
            <ac:spMk id="299" creationId="{DB390960-716B-44FA-B5AC-1F4F75B5C1C4}"/>
          </ac:spMkLst>
        </pc:spChg>
        <pc:spChg chg="mod">
          <ac:chgData name="Meyer, Riesling M" userId="93fbefa7-80e7-4750-9506-1c476a581f9b" providerId="ADAL" clId="{4017349A-7549-4284-A2E6-4E328E90356D}" dt="2020-11-15T17:35:43.144" v="6840" actId="1076"/>
          <ac:spMkLst>
            <pc:docMk/>
            <pc:sldMk cId="55131429" sldId="258"/>
            <ac:spMk id="301" creationId="{4D217F0B-6CCA-4A97-83D1-D74E4D48351F}"/>
          </ac:spMkLst>
        </pc:spChg>
        <pc:spChg chg="mod">
          <ac:chgData name="Meyer, Riesling M" userId="93fbefa7-80e7-4750-9506-1c476a581f9b" providerId="ADAL" clId="{4017349A-7549-4284-A2E6-4E328E90356D}" dt="2020-11-15T17:35:43.144" v="6840" actId="1076"/>
          <ac:spMkLst>
            <pc:docMk/>
            <pc:sldMk cId="55131429" sldId="258"/>
            <ac:spMk id="303" creationId="{09D1AD1A-1D48-4A1E-87B8-E8148A4FE4C9}"/>
          </ac:spMkLst>
        </pc:spChg>
        <pc:spChg chg="mod topLvl">
          <ac:chgData name="Meyer, Riesling M" userId="93fbefa7-80e7-4750-9506-1c476a581f9b" providerId="ADAL" clId="{4017349A-7549-4284-A2E6-4E328E90356D}" dt="2020-11-15T17:35:34.456" v="6839" actId="554"/>
          <ac:spMkLst>
            <pc:docMk/>
            <pc:sldMk cId="55131429" sldId="258"/>
            <ac:spMk id="318" creationId="{3A2EC8D8-8FE1-4D7F-8395-B0AD656183F0}"/>
          </ac:spMkLst>
        </pc:spChg>
        <pc:spChg chg="mod topLvl">
          <ac:chgData name="Meyer, Riesling M" userId="93fbefa7-80e7-4750-9506-1c476a581f9b" providerId="ADAL" clId="{4017349A-7549-4284-A2E6-4E328E90356D}" dt="2020-11-15T17:35:10.159" v="6835" actId="1076"/>
          <ac:spMkLst>
            <pc:docMk/>
            <pc:sldMk cId="55131429" sldId="258"/>
            <ac:spMk id="320" creationId="{60D36F8F-63A3-4AF8-9FE8-4C9AB8C07269}"/>
          </ac:spMkLst>
        </pc:spChg>
        <pc:grpChg chg="add del mod topLvl">
          <ac:chgData name="Meyer, Riesling M" userId="93fbefa7-80e7-4750-9506-1c476a581f9b" providerId="ADAL" clId="{4017349A-7549-4284-A2E6-4E328E90356D}" dt="2020-11-15T17:34:49.626" v="6828" actId="165"/>
          <ac:grpSpMkLst>
            <pc:docMk/>
            <pc:sldMk cId="55131429" sldId="258"/>
            <ac:grpSpMk id="2" creationId="{89903610-58BB-4702-91B0-F802FB925377}"/>
          </ac:grpSpMkLst>
        </pc:grpChg>
        <pc:grpChg chg="add del mod">
          <ac:chgData name="Meyer, Riesling M" userId="93fbefa7-80e7-4750-9506-1c476a581f9b" providerId="ADAL" clId="{4017349A-7549-4284-A2E6-4E328E90356D}" dt="2020-11-15T17:34:20.451" v="6822" actId="165"/>
          <ac:grpSpMkLst>
            <pc:docMk/>
            <pc:sldMk cId="55131429" sldId="258"/>
            <ac:grpSpMk id="3" creationId="{7E129F14-B414-41AA-A2F3-CA518CC81785}"/>
          </ac:grpSpMkLst>
        </pc:grpChg>
        <pc:grpChg chg="mod topLvl">
          <ac:chgData name="Meyer, Riesling M" userId="93fbefa7-80e7-4750-9506-1c476a581f9b" providerId="ADAL" clId="{4017349A-7549-4284-A2E6-4E328E90356D}" dt="2020-11-15T17:54:22.989" v="7209" actId="1076"/>
          <ac:grpSpMkLst>
            <pc:docMk/>
            <pc:sldMk cId="55131429" sldId="258"/>
            <ac:grpSpMk id="114" creationId="{CF906A27-913D-4F33-9E15-4B3ADE343D24}"/>
          </ac:grpSpMkLst>
        </pc:grpChg>
        <pc:grpChg chg="mod">
          <ac:chgData name="Meyer, Riesling M" userId="93fbefa7-80e7-4750-9506-1c476a581f9b" providerId="ADAL" clId="{4017349A-7549-4284-A2E6-4E328E90356D}" dt="2020-11-15T18:08:38.182" v="7242" actId="1076"/>
          <ac:grpSpMkLst>
            <pc:docMk/>
            <pc:sldMk cId="55131429" sldId="258"/>
            <ac:grpSpMk id="130" creationId="{A48417BD-3C07-4C35-BB7D-8C43027AE6B3}"/>
          </ac:grpSpMkLst>
        </pc:grpChg>
        <pc:grpChg chg="mod">
          <ac:chgData name="Meyer, Riesling M" userId="93fbefa7-80e7-4750-9506-1c476a581f9b" providerId="ADAL" clId="{4017349A-7549-4284-A2E6-4E328E90356D}" dt="2020-11-15T17:41:50.265" v="6994" actId="1076"/>
          <ac:grpSpMkLst>
            <pc:docMk/>
            <pc:sldMk cId="55131429" sldId="258"/>
            <ac:grpSpMk id="176" creationId="{7739D868-4204-44F0-8393-1E4B27028202}"/>
          </ac:grpSpMkLst>
        </pc:grpChg>
        <pc:grpChg chg="mod">
          <ac:chgData name="Meyer, Riesling M" userId="93fbefa7-80e7-4750-9506-1c476a581f9b" providerId="ADAL" clId="{4017349A-7549-4284-A2E6-4E328E90356D}" dt="2020-11-15T17:35:43.144" v="6840" actId="1076"/>
          <ac:grpSpMkLst>
            <pc:docMk/>
            <pc:sldMk cId="55131429" sldId="258"/>
            <ac:grpSpMk id="228" creationId="{71289D64-61E0-4E5E-8D5E-A834DB2D3035}"/>
          </ac:grpSpMkLst>
        </pc:grpChg>
        <pc:grpChg chg="mod">
          <ac:chgData name="Meyer, Riesling M" userId="93fbefa7-80e7-4750-9506-1c476a581f9b" providerId="ADAL" clId="{4017349A-7549-4284-A2E6-4E328E90356D}" dt="2020-11-15T17:35:43.144" v="6840" actId="1076"/>
          <ac:grpSpMkLst>
            <pc:docMk/>
            <pc:sldMk cId="55131429" sldId="258"/>
            <ac:grpSpMk id="229" creationId="{6AB3C4C4-5BE1-40E7-AD83-B693153C0F09}"/>
          </ac:grpSpMkLst>
        </pc:grpChg>
        <pc:grpChg chg="mod">
          <ac:chgData name="Meyer, Riesling M" userId="93fbefa7-80e7-4750-9506-1c476a581f9b" providerId="ADAL" clId="{4017349A-7549-4284-A2E6-4E328E90356D}" dt="2020-11-15T17:35:43.144" v="6840" actId="1076"/>
          <ac:grpSpMkLst>
            <pc:docMk/>
            <pc:sldMk cId="55131429" sldId="258"/>
            <ac:grpSpMk id="311" creationId="{F1CF4BB4-A858-4B90-862B-2B62107831B5}"/>
          </ac:grpSpMkLst>
        </pc:grpChg>
        <pc:grpChg chg="mod">
          <ac:chgData name="Meyer, Riesling M" userId="93fbefa7-80e7-4750-9506-1c476a581f9b" providerId="ADAL" clId="{4017349A-7549-4284-A2E6-4E328E90356D}" dt="2020-11-15T17:36:24.742" v="6849" actId="1076"/>
          <ac:grpSpMkLst>
            <pc:docMk/>
            <pc:sldMk cId="55131429" sldId="258"/>
            <ac:grpSpMk id="323" creationId="{F6497755-8EE0-48F8-AA30-1664C1488567}"/>
          </ac:grpSpMkLst>
        </pc:grpChg>
        <pc:picChg chg="mod">
          <ac:chgData name="Meyer, Riesling M" userId="93fbefa7-80e7-4750-9506-1c476a581f9b" providerId="ADAL" clId="{4017349A-7549-4284-A2E6-4E328E90356D}" dt="2020-11-15T18:40:47.553" v="7423" actId="14100"/>
          <ac:picMkLst>
            <pc:docMk/>
            <pc:sldMk cId="55131429" sldId="258"/>
            <ac:picMk id="167" creationId="{80B2F5E6-59AC-4100-AD35-1D201D68DFF0}"/>
          </ac:picMkLst>
        </pc:picChg>
        <pc:picChg chg="mod">
          <ac:chgData name="Meyer, Riesling M" userId="93fbefa7-80e7-4750-9506-1c476a581f9b" providerId="ADAL" clId="{4017349A-7549-4284-A2E6-4E328E90356D}" dt="2020-11-15T18:40:46.035" v="7422" actId="14100"/>
          <ac:picMkLst>
            <pc:docMk/>
            <pc:sldMk cId="55131429" sldId="258"/>
            <ac:picMk id="168" creationId="{57A6942D-3253-41B6-A4B4-468AA3FAA526}"/>
          </ac:picMkLst>
        </pc:picChg>
        <pc:picChg chg="mod">
          <ac:chgData name="Meyer, Riesling M" userId="93fbefa7-80e7-4750-9506-1c476a581f9b" providerId="ADAL" clId="{4017349A-7549-4284-A2E6-4E328E90356D}" dt="2020-11-15T17:40:52.709" v="6976" actId="1076"/>
          <ac:picMkLst>
            <pc:docMk/>
            <pc:sldMk cId="55131429" sldId="258"/>
            <ac:picMk id="175" creationId="{D3901A6E-67B1-4B9D-A42A-2DA543C9E203}"/>
          </ac:picMkLst>
        </pc:picChg>
        <pc:picChg chg="mod">
          <ac:chgData name="Meyer, Riesling M" userId="93fbefa7-80e7-4750-9506-1c476a581f9b" providerId="ADAL" clId="{4017349A-7549-4284-A2E6-4E328E90356D}" dt="2020-11-15T17:41:57.074" v="6997" actId="1076"/>
          <ac:picMkLst>
            <pc:docMk/>
            <pc:sldMk cId="55131429" sldId="258"/>
            <ac:picMk id="179" creationId="{6E723B40-C472-4A46-8B11-14A06BAACF7E}"/>
          </ac:picMkLst>
        </pc:picChg>
        <pc:picChg chg="mod">
          <ac:chgData name="Meyer, Riesling M" userId="93fbefa7-80e7-4750-9506-1c476a581f9b" providerId="ADAL" clId="{4017349A-7549-4284-A2E6-4E328E90356D}" dt="2020-11-15T17:42:02.017" v="6999" actId="1076"/>
          <ac:picMkLst>
            <pc:docMk/>
            <pc:sldMk cId="55131429" sldId="258"/>
            <ac:picMk id="184" creationId="{C42D69D8-1572-484E-B14B-A1662246E429}"/>
          </ac:picMkLst>
        </pc:picChg>
        <pc:picChg chg="mod">
          <ac:chgData name="Meyer, Riesling M" userId="93fbefa7-80e7-4750-9506-1c476a581f9b" providerId="ADAL" clId="{4017349A-7549-4284-A2E6-4E328E90356D}" dt="2020-11-15T17:42:18.741" v="7007" actId="1076"/>
          <ac:picMkLst>
            <pc:docMk/>
            <pc:sldMk cId="55131429" sldId="258"/>
            <ac:picMk id="187" creationId="{D1C7788E-46CB-4CEB-AD14-89827BEA8FF5}"/>
          </ac:picMkLst>
        </pc:picChg>
        <pc:cxnChg chg="mod">
          <ac:chgData name="Meyer, Riesling M" userId="93fbefa7-80e7-4750-9506-1c476a581f9b" providerId="ADAL" clId="{4017349A-7549-4284-A2E6-4E328E90356D}" dt="2020-11-15T17:34:49.626" v="6828" actId="165"/>
          <ac:cxnSpMkLst>
            <pc:docMk/>
            <pc:sldMk cId="55131429" sldId="258"/>
            <ac:cxnSpMk id="71" creationId="{0F95CF03-D226-4E83-8BFD-4293F68B612E}"/>
          </ac:cxnSpMkLst>
        </pc:cxnChg>
        <pc:cxnChg chg="mod">
          <ac:chgData name="Meyer, Riesling M" userId="93fbefa7-80e7-4750-9506-1c476a581f9b" providerId="ADAL" clId="{4017349A-7549-4284-A2E6-4E328E90356D}" dt="2020-11-15T17:34:49.626" v="6828" actId="165"/>
          <ac:cxnSpMkLst>
            <pc:docMk/>
            <pc:sldMk cId="55131429" sldId="258"/>
            <ac:cxnSpMk id="73" creationId="{980DECED-6132-4B5B-BBC2-CE169E46EC49}"/>
          </ac:cxnSpMkLst>
        </pc:cxnChg>
        <pc:cxnChg chg="mod">
          <ac:chgData name="Meyer, Riesling M" userId="93fbefa7-80e7-4750-9506-1c476a581f9b" providerId="ADAL" clId="{4017349A-7549-4284-A2E6-4E328E90356D}" dt="2020-11-15T17:34:49.626" v="6828" actId="165"/>
          <ac:cxnSpMkLst>
            <pc:docMk/>
            <pc:sldMk cId="55131429" sldId="258"/>
            <ac:cxnSpMk id="75" creationId="{F06B3844-6B27-47E4-8B2B-200040DD54F7}"/>
          </ac:cxnSpMkLst>
        </pc:cxnChg>
        <pc:cxnChg chg="mod">
          <ac:chgData name="Meyer, Riesling M" userId="93fbefa7-80e7-4750-9506-1c476a581f9b" providerId="ADAL" clId="{4017349A-7549-4284-A2E6-4E328E90356D}" dt="2020-11-15T17:34:49.626" v="6828" actId="165"/>
          <ac:cxnSpMkLst>
            <pc:docMk/>
            <pc:sldMk cId="55131429" sldId="258"/>
            <ac:cxnSpMk id="77" creationId="{0B03289B-5DD9-4BE1-87B6-887A75672D83}"/>
          </ac:cxnSpMkLst>
        </pc:cxnChg>
        <pc:cxnChg chg="mod">
          <ac:chgData name="Meyer, Riesling M" userId="93fbefa7-80e7-4750-9506-1c476a581f9b" providerId="ADAL" clId="{4017349A-7549-4284-A2E6-4E328E90356D}" dt="2020-11-15T17:34:49.626" v="6828" actId="165"/>
          <ac:cxnSpMkLst>
            <pc:docMk/>
            <pc:sldMk cId="55131429" sldId="258"/>
            <ac:cxnSpMk id="80" creationId="{DB8944F1-2009-4A5D-A0DB-FC82DAA28005}"/>
          </ac:cxnSpMkLst>
        </pc:cxnChg>
        <pc:cxnChg chg="mod">
          <ac:chgData name="Meyer, Riesling M" userId="93fbefa7-80e7-4750-9506-1c476a581f9b" providerId="ADAL" clId="{4017349A-7549-4284-A2E6-4E328E90356D}" dt="2020-11-15T17:34:49.626" v="6828" actId="165"/>
          <ac:cxnSpMkLst>
            <pc:docMk/>
            <pc:sldMk cId="55131429" sldId="258"/>
            <ac:cxnSpMk id="82" creationId="{7AD4F44A-3DF6-4356-A95F-C8488E3DE551}"/>
          </ac:cxnSpMkLst>
        </pc:cxnChg>
        <pc:cxnChg chg="mod">
          <ac:chgData name="Meyer, Riesling M" userId="93fbefa7-80e7-4750-9506-1c476a581f9b" providerId="ADAL" clId="{4017349A-7549-4284-A2E6-4E328E90356D}" dt="2020-11-15T17:34:49.626" v="6828" actId="165"/>
          <ac:cxnSpMkLst>
            <pc:docMk/>
            <pc:sldMk cId="55131429" sldId="258"/>
            <ac:cxnSpMk id="84" creationId="{6C7CFA41-6BB8-4A7C-ABE5-B829531214F5}"/>
          </ac:cxnSpMkLst>
        </pc:cxnChg>
        <pc:cxnChg chg="mod">
          <ac:chgData name="Meyer, Riesling M" userId="93fbefa7-80e7-4750-9506-1c476a581f9b" providerId="ADAL" clId="{4017349A-7549-4284-A2E6-4E328E90356D}" dt="2020-11-15T17:34:49.626" v="6828" actId="165"/>
          <ac:cxnSpMkLst>
            <pc:docMk/>
            <pc:sldMk cId="55131429" sldId="258"/>
            <ac:cxnSpMk id="88" creationId="{A4DA6F09-5011-4BCD-AADE-E2217426319C}"/>
          </ac:cxnSpMkLst>
        </pc:cxnChg>
        <pc:cxnChg chg="mod">
          <ac:chgData name="Meyer, Riesling M" userId="93fbefa7-80e7-4750-9506-1c476a581f9b" providerId="ADAL" clId="{4017349A-7549-4284-A2E6-4E328E90356D}" dt="2020-11-15T17:34:49.626" v="6828" actId="165"/>
          <ac:cxnSpMkLst>
            <pc:docMk/>
            <pc:sldMk cId="55131429" sldId="258"/>
            <ac:cxnSpMk id="96" creationId="{814042E4-005E-4A98-8889-5D2B909B8654}"/>
          </ac:cxnSpMkLst>
        </pc:cxnChg>
        <pc:cxnChg chg="mod">
          <ac:chgData name="Meyer, Riesling M" userId="93fbefa7-80e7-4750-9506-1c476a581f9b" providerId="ADAL" clId="{4017349A-7549-4284-A2E6-4E328E90356D}" dt="2020-11-15T17:34:49.626" v="6828" actId="165"/>
          <ac:cxnSpMkLst>
            <pc:docMk/>
            <pc:sldMk cId="55131429" sldId="258"/>
            <ac:cxnSpMk id="98" creationId="{30165489-EC01-483B-91EC-C39D74B6A409}"/>
          </ac:cxnSpMkLst>
        </pc:cxnChg>
        <pc:cxnChg chg="mod">
          <ac:chgData name="Meyer, Riesling M" userId="93fbefa7-80e7-4750-9506-1c476a581f9b" providerId="ADAL" clId="{4017349A-7549-4284-A2E6-4E328E90356D}" dt="2020-11-15T17:34:49.626" v="6828" actId="165"/>
          <ac:cxnSpMkLst>
            <pc:docMk/>
            <pc:sldMk cId="55131429" sldId="258"/>
            <ac:cxnSpMk id="101" creationId="{F9552E55-6411-459D-AF73-99EACC39B5AE}"/>
          </ac:cxnSpMkLst>
        </pc:cxnChg>
        <pc:cxnChg chg="mod">
          <ac:chgData name="Meyer, Riesling M" userId="93fbefa7-80e7-4750-9506-1c476a581f9b" providerId="ADAL" clId="{4017349A-7549-4284-A2E6-4E328E90356D}" dt="2020-11-15T17:44:38.625" v="7033" actId="14100"/>
          <ac:cxnSpMkLst>
            <pc:docMk/>
            <pc:sldMk cId="55131429" sldId="258"/>
            <ac:cxnSpMk id="144" creationId="{D2368450-47BD-48DB-8916-A299E0BC1DAE}"/>
          </ac:cxnSpMkLst>
        </pc:cxnChg>
        <pc:cxnChg chg="mod">
          <ac:chgData name="Meyer, Riesling M" userId="93fbefa7-80e7-4750-9506-1c476a581f9b" providerId="ADAL" clId="{4017349A-7549-4284-A2E6-4E328E90356D}" dt="2020-11-15T17:44:43.028" v="7034" actId="14100"/>
          <ac:cxnSpMkLst>
            <pc:docMk/>
            <pc:sldMk cId="55131429" sldId="258"/>
            <ac:cxnSpMk id="146" creationId="{88C72C3A-9750-4923-8007-AEAF0C89294D}"/>
          </ac:cxnSpMkLst>
        </pc:cxnChg>
        <pc:cxnChg chg="mod">
          <ac:chgData name="Meyer, Riesling M" userId="93fbefa7-80e7-4750-9506-1c476a581f9b" providerId="ADAL" clId="{4017349A-7549-4284-A2E6-4E328E90356D}" dt="2020-11-15T17:44:43.028" v="7034" actId="14100"/>
          <ac:cxnSpMkLst>
            <pc:docMk/>
            <pc:sldMk cId="55131429" sldId="258"/>
            <ac:cxnSpMk id="153" creationId="{00107ED4-9516-4541-9A0F-8CE0CA7B2846}"/>
          </ac:cxnSpMkLst>
        </pc:cxnChg>
        <pc:cxnChg chg="mod">
          <ac:chgData name="Meyer, Riesling M" userId="93fbefa7-80e7-4750-9506-1c476a581f9b" providerId="ADAL" clId="{4017349A-7549-4284-A2E6-4E328E90356D}" dt="2020-11-15T17:35:43.144" v="6840" actId="1076"/>
          <ac:cxnSpMkLst>
            <pc:docMk/>
            <pc:sldMk cId="55131429" sldId="258"/>
            <ac:cxnSpMk id="235" creationId="{5320EF98-4F0F-47FE-ADCA-7EF08DF62DE2}"/>
          </ac:cxnSpMkLst>
        </pc:cxnChg>
        <pc:cxnChg chg="mod">
          <ac:chgData name="Meyer, Riesling M" userId="93fbefa7-80e7-4750-9506-1c476a581f9b" providerId="ADAL" clId="{4017349A-7549-4284-A2E6-4E328E90356D}" dt="2020-11-15T17:35:43.144" v="6840" actId="1076"/>
          <ac:cxnSpMkLst>
            <pc:docMk/>
            <pc:sldMk cId="55131429" sldId="258"/>
            <ac:cxnSpMk id="237" creationId="{8B82AD6C-D968-4E95-BF05-34F46917A068}"/>
          </ac:cxnSpMkLst>
        </pc:cxnChg>
        <pc:cxnChg chg="mod">
          <ac:chgData name="Meyer, Riesling M" userId="93fbefa7-80e7-4750-9506-1c476a581f9b" providerId="ADAL" clId="{4017349A-7549-4284-A2E6-4E328E90356D}" dt="2020-11-15T17:35:43.144" v="6840" actId="1076"/>
          <ac:cxnSpMkLst>
            <pc:docMk/>
            <pc:sldMk cId="55131429" sldId="258"/>
            <ac:cxnSpMk id="277" creationId="{9E12A03E-0C0A-4B09-89C6-D534BFD9C7A9}"/>
          </ac:cxnSpMkLst>
        </pc:cxnChg>
        <pc:cxnChg chg="mod">
          <ac:chgData name="Meyer, Riesling M" userId="93fbefa7-80e7-4750-9506-1c476a581f9b" providerId="ADAL" clId="{4017349A-7549-4284-A2E6-4E328E90356D}" dt="2020-11-15T17:35:43.144" v="6840" actId="1076"/>
          <ac:cxnSpMkLst>
            <pc:docMk/>
            <pc:sldMk cId="55131429" sldId="258"/>
            <ac:cxnSpMk id="278" creationId="{ECB75594-5C5E-4488-BFCE-E526B65DD0A9}"/>
          </ac:cxnSpMkLst>
        </pc:cxnChg>
        <pc:cxnChg chg="mod">
          <ac:chgData name="Meyer, Riesling M" userId="93fbefa7-80e7-4750-9506-1c476a581f9b" providerId="ADAL" clId="{4017349A-7549-4284-A2E6-4E328E90356D}" dt="2020-11-15T17:35:43.144" v="6840" actId="1076"/>
          <ac:cxnSpMkLst>
            <pc:docMk/>
            <pc:sldMk cId="55131429" sldId="258"/>
            <ac:cxnSpMk id="279" creationId="{C70E2483-512F-4F5C-BFBB-E89FB56ADE9B}"/>
          </ac:cxnSpMkLst>
        </pc:cxnChg>
        <pc:cxnChg chg="mod">
          <ac:chgData name="Meyer, Riesling M" userId="93fbefa7-80e7-4750-9506-1c476a581f9b" providerId="ADAL" clId="{4017349A-7549-4284-A2E6-4E328E90356D}" dt="2020-11-15T17:35:43.144" v="6840" actId="1076"/>
          <ac:cxnSpMkLst>
            <pc:docMk/>
            <pc:sldMk cId="55131429" sldId="258"/>
            <ac:cxnSpMk id="280" creationId="{0D0620AC-99D6-4B4A-9D56-395B8D4080AB}"/>
          </ac:cxnSpMkLst>
        </pc:cxnChg>
        <pc:cxnChg chg="mod">
          <ac:chgData name="Meyer, Riesling M" userId="93fbefa7-80e7-4750-9506-1c476a581f9b" providerId="ADAL" clId="{4017349A-7549-4284-A2E6-4E328E90356D}" dt="2020-11-15T17:35:43.144" v="6840" actId="1076"/>
          <ac:cxnSpMkLst>
            <pc:docMk/>
            <pc:sldMk cId="55131429" sldId="258"/>
            <ac:cxnSpMk id="281" creationId="{BC3C53D5-6692-4622-A9B4-2E1B7C77DABD}"/>
          </ac:cxnSpMkLst>
        </pc:cxnChg>
        <pc:cxnChg chg="mod">
          <ac:chgData name="Meyer, Riesling M" userId="93fbefa7-80e7-4750-9506-1c476a581f9b" providerId="ADAL" clId="{4017349A-7549-4284-A2E6-4E328E90356D}" dt="2020-11-15T17:35:43.144" v="6840" actId="1076"/>
          <ac:cxnSpMkLst>
            <pc:docMk/>
            <pc:sldMk cId="55131429" sldId="258"/>
            <ac:cxnSpMk id="282" creationId="{9329E341-EF64-46B0-A76E-1E8A4B7E22A8}"/>
          </ac:cxnSpMkLst>
        </pc:cxnChg>
        <pc:cxnChg chg="mod">
          <ac:chgData name="Meyer, Riesling M" userId="93fbefa7-80e7-4750-9506-1c476a581f9b" providerId="ADAL" clId="{4017349A-7549-4284-A2E6-4E328E90356D}" dt="2020-11-15T17:35:43.144" v="6840" actId="1076"/>
          <ac:cxnSpMkLst>
            <pc:docMk/>
            <pc:sldMk cId="55131429" sldId="258"/>
            <ac:cxnSpMk id="283" creationId="{A2C92961-5A89-4975-918D-6540D4178E26}"/>
          </ac:cxnSpMkLst>
        </pc:cxnChg>
        <pc:cxnChg chg="mod">
          <ac:chgData name="Meyer, Riesling M" userId="93fbefa7-80e7-4750-9506-1c476a581f9b" providerId="ADAL" clId="{4017349A-7549-4284-A2E6-4E328E90356D}" dt="2020-11-15T17:35:43.144" v="6840" actId="1076"/>
          <ac:cxnSpMkLst>
            <pc:docMk/>
            <pc:sldMk cId="55131429" sldId="258"/>
            <ac:cxnSpMk id="286" creationId="{014EBBFB-DF8A-475F-A54C-B2531318388F}"/>
          </ac:cxnSpMkLst>
        </pc:cxnChg>
        <pc:cxnChg chg="mod">
          <ac:chgData name="Meyer, Riesling M" userId="93fbefa7-80e7-4750-9506-1c476a581f9b" providerId="ADAL" clId="{4017349A-7549-4284-A2E6-4E328E90356D}" dt="2020-11-15T17:35:43.144" v="6840" actId="1076"/>
          <ac:cxnSpMkLst>
            <pc:docMk/>
            <pc:sldMk cId="55131429" sldId="258"/>
            <ac:cxnSpMk id="288" creationId="{65EF8795-47B7-4AF3-BC9A-040A9EC69B3A}"/>
          </ac:cxnSpMkLst>
        </pc:cxnChg>
        <pc:cxnChg chg="mod">
          <ac:chgData name="Meyer, Riesling M" userId="93fbefa7-80e7-4750-9506-1c476a581f9b" providerId="ADAL" clId="{4017349A-7549-4284-A2E6-4E328E90356D}" dt="2020-11-15T17:35:43.144" v="6840" actId="1076"/>
          <ac:cxnSpMkLst>
            <pc:docMk/>
            <pc:sldMk cId="55131429" sldId="258"/>
            <ac:cxnSpMk id="293" creationId="{9560C011-8D5A-430A-A4B5-3F4227CAE98F}"/>
          </ac:cxnSpMkLst>
        </pc:cxnChg>
        <pc:cxnChg chg="mod">
          <ac:chgData name="Meyer, Riesling M" userId="93fbefa7-80e7-4750-9506-1c476a581f9b" providerId="ADAL" clId="{4017349A-7549-4284-A2E6-4E328E90356D}" dt="2020-11-15T17:35:43.144" v="6840" actId="1076"/>
          <ac:cxnSpMkLst>
            <pc:docMk/>
            <pc:sldMk cId="55131429" sldId="258"/>
            <ac:cxnSpMk id="304" creationId="{5672BBF4-3DF4-47C7-8FD2-CE31AFD7D37C}"/>
          </ac:cxnSpMkLst>
        </pc:cxnChg>
        <pc:cxnChg chg="mod">
          <ac:chgData name="Meyer, Riesling M" userId="93fbefa7-80e7-4750-9506-1c476a581f9b" providerId="ADAL" clId="{4017349A-7549-4284-A2E6-4E328E90356D}" dt="2020-11-15T17:35:43.144" v="6840" actId="1076"/>
          <ac:cxnSpMkLst>
            <pc:docMk/>
            <pc:sldMk cId="55131429" sldId="258"/>
            <ac:cxnSpMk id="306" creationId="{90FFB8F6-AD3A-4B4C-8917-08F15925BFFE}"/>
          </ac:cxnSpMkLst>
        </pc:cxnChg>
        <pc:cxnChg chg="mod">
          <ac:chgData name="Meyer, Riesling M" userId="93fbefa7-80e7-4750-9506-1c476a581f9b" providerId="ADAL" clId="{4017349A-7549-4284-A2E6-4E328E90356D}" dt="2020-11-15T17:35:43.144" v="6840" actId="1076"/>
          <ac:cxnSpMkLst>
            <pc:docMk/>
            <pc:sldMk cId="55131429" sldId="258"/>
            <ac:cxnSpMk id="308" creationId="{FCC6B0A0-244A-46EB-8B18-735F8132742E}"/>
          </ac:cxnSpMkLst>
        </pc:cxnChg>
        <pc:cxnChg chg="mod">
          <ac:chgData name="Meyer, Riesling M" userId="93fbefa7-80e7-4750-9506-1c476a581f9b" providerId="ADAL" clId="{4017349A-7549-4284-A2E6-4E328E90356D}" dt="2020-11-15T17:35:43.144" v="6840" actId="1076"/>
          <ac:cxnSpMkLst>
            <pc:docMk/>
            <pc:sldMk cId="55131429" sldId="258"/>
            <ac:cxnSpMk id="313" creationId="{F191D22E-2596-4B89-92DB-946D91A12AC3}"/>
          </ac:cxnSpMkLst>
        </pc:cxnChg>
      </pc:sldChg>
      <pc:sldChg chg="add del">
        <pc:chgData name="Meyer, Riesling M" userId="93fbefa7-80e7-4750-9506-1c476a581f9b" providerId="ADAL" clId="{4017349A-7549-4284-A2E6-4E328E90356D}" dt="2020-11-08T18:20:20.486" v="4131" actId="47"/>
        <pc:sldMkLst>
          <pc:docMk/>
          <pc:sldMk cId="129864345" sldId="258"/>
        </pc:sldMkLst>
      </pc:sldChg>
      <pc:sldChg chg="modSp add del mod ord">
        <pc:chgData name="Meyer, Riesling M" userId="93fbefa7-80e7-4750-9506-1c476a581f9b" providerId="ADAL" clId="{4017349A-7549-4284-A2E6-4E328E90356D}" dt="2020-11-15T21:34:12.512" v="8578" actId="47"/>
        <pc:sldMkLst>
          <pc:docMk/>
          <pc:sldMk cId="874182862" sldId="259"/>
        </pc:sldMkLst>
        <pc:spChg chg="mod">
          <ac:chgData name="Meyer, Riesling M" userId="93fbefa7-80e7-4750-9506-1c476a581f9b" providerId="ADAL" clId="{4017349A-7549-4284-A2E6-4E328E90356D}" dt="2020-11-15T20:31:36.937" v="7538" actId="14100"/>
          <ac:spMkLst>
            <pc:docMk/>
            <pc:sldMk cId="874182862" sldId="259"/>
            <ac:spMk id="6" creationId="{4FF52F19-3490-4490-8D35-97594ED059D2}"/>
          </ac:spMkLst>
        </pc:spChg>
        <pc:spChg chg="mod">
          <ac:chgData name="Meyer, Riesling M" userId="93fbefa7-80e7-4750-9506-1c476a581f9b" providerId="ADAL" clId="{4017349A-7549-4284-A2E6-4E328E90356D}" dt="2020-11-15T20:32:57.599" v="7553" actId="14100"/>
          <ac:spMkLst>
            <pc:docMk/>
            <pc:sldMk cId="874182862" sldId="259"/>
            <ac:spMk id="12" creationId="{EE43B342-DE2A-4785-AFAB-6DE599AC5AFF}"/>
          </ac:spMkLst>
        </pc:spChg>
        <pc:spChg chg="mod">
          <ac:chgData name="Meyer, Riesling M" userId="93fbefa7-80e7-4750-9506-1c476a581f9b" providerId="ADAL" clId="{4017349A-7549-4284-A2E6-4E328E90356D}" dt="2020-11-15T20:31:39.915" v="7539" actId="14100"/>
          <ac:spMkLst>
            <pc:docMk/>
            <pc:sldMk cId="874182862" sldId="259"/>
            <ac:spMk id="13" creationId="{FBE771BE-B12A-4641-83A2-081CB148B3CC}"/>
          </ac:spMkLst>
        </pc:spChg>
        <pc:spChg chg="mod">
          <ac:chgData name="Meyer, Riesling M" userId="93fbefa7-80e7-4750-9506-1c476a581f9b" providerId="ADAL" clId="{4017349A-7549-4284-A2E6-4E328E90356D}" dt="2020-11-15T20:31:28.589" v="7536" actId="14100"/>
          <ac:spMkLst>
            <pc:docMk/>
            <pc:sldMk cId="874182862" sldId="259"/>
            <ac:spMk id="28" creationId="{A47AB34D-BBDD-4CBC-BA7C-6DE0B13DCEBA}"/>
          </ac:spMkLst>
        </pc:spChg>
        <pc:spChg chg="mod">
          <ac:chgData name="Meyer, Riesling M" userId="93fbefa7-80e7-4750-9506-1c476a581f9b" providerId="ADAL" clId="{4017349A-7549-4284-A2E6-4E328E90356D}" dt="2020-11-15T20:31:33.283" v="7537" actId="14100"/>
          <ac:spMkLst>
            <pc:docMk/>
            <pc:sldMk cId="874182862" sldId="259"/>
            <ac:spMk id="34" creationId="{5752C6F4-9F8D-4CAD-9554-DDF2FBFA5D50}"/>
          </ac:spMkLst>
        </pc:spChg>
        <pc:spChg chg="mod">
          <ac:chgData name="Meyer, Riesling M" userId="93fbefa7-80e7-4750-9506-1c476a581f9b" providerId="ADAL" clId="{4017349A-7549-4284-A2E6-4E328E90356D}" dt="2020-11-15T20:31:45.779" v="7541" actId="14100"/>
          <ac:spMkLst>
            <pc:docMk/>
            <pc:sldMk cId="874182862" sldId="259"/>
            <ac:spMk id="118" creationId="{8548E907-019D-456C-AF4F-AFB8FE6496B7}"/>
          </ac:spMkLst>
        </pc:spChg>
        <pc:spChg chg="mod">
          <ac:chgData name="Meyer, Riesling M" userId="93fbefa7-80e7-4750-9506-1c476a581f9b" providerId="ADAL" clId="{4017349A-7549-4284-A2E6-4E328E90356D}" dt="2020-11-15T20:31:42.822" v="7540" actId="1076"/>
          <ac:spMkLst>
            <pc:docMk/>
            <pc:sldMk cId="874182862" sldId="259"/>
            <ac:spMk id="121" creationId="{6163BBFA-9101-440F-8698-FE4E09B7A016}"/>
          </ac:spMkLst>
        </pc:spChg>
        <pc:spChg chg="mod">
          <ac:chgData name="Meyer, Riesling M" userId="93fbefa7-80e7-4750-9506-1c476a581f9b" providerId="ADAL" clId="{4017349A-7549-4284-A2E6-4E328E90356D}" dt="2020-11-15T20:31:23.144" v="7535" actId="14100"/>
          <ac:spMkLst>
            <pc:docMk/>
            <pc:sldMk cId="874182862" sldId="259"/>
            <ac:spMk id="392" creationId="{FC61A4AD-E12A-4219-ABC0-136185503ADE}"/>
          </ac:spMkLst>
        </pc:spChg>
      </pc:sldChg>
      <pc:sldMasterChg chg="modSp modSldLayout">
        <pc:chgData name="Meyer, Riesling M" userId="93fbefa7-80e7-4750-9506-1c476a581f9b" providerId="ADAL" clId="{4017349A-7549-4284-A2E6-4E328E90356D}" dt="2020-11-15T14:46:34.648" v="6480"/>
        <pc:sldMasterMkLst>
          <pc:docMk/>
          <pc:sldMasterMk cId="262836172" sldId="2147483672"/>
        </pc:sldMasterMkLst>
        <pc:spChg chg="mod">
          <ac:chgData name="Meyer, Riesling M" userId="93fbefa7-80e7-4750-9506-1c476a581f9b" providerId="ADAL" clId="{4017349A-7549-4284-A2E6-4E328E90356D}" dt="2020-11-15T14:46:34.648" v="6480"/>
          <ac:spMkLst>
            <pc:docMk/>
            <pc:sldMasterMk cId="262836172" sldId="2147483672"/>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ac:spMk id="3"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ac:spMk id="4"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ac:spMk id="5"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ac:spMk id="6" creationId="{00000000-0000-0000-0000-000000000000}"/>
          </ac:spMkLst>
        </pc:spChg>
        <pc:sldLayoutChg chg="modSp">
          <pc:chgData name="Meyer, Riesling M" userId="93fbefa7-80e7-4750-9506-1c476a581f9b" providerId="ADAL" clId="{4017349A-7549-4284-A2E6-4E328E90356D}" dt="2020-11-15T14:46:34.648" v="6480"/>
          <pc:sldLayoutMkLst>
            <pc:docMk/>
            <pc:sldMasterMk cId="262836172" sldId="2147483672"/>
            <pc:sldLayoutMk cId="3915632220" sldId="2147483673"/>
          </pc:sldLayoutMkLst>
          <pc:spChg chg="mod">
            <ac:chgData name="Meyer, Riesling M" userId="93fbefa7-80e7-4750-9506-1c476a581f9b" providerId="ADAL" clId="{4017349A-7549-4284-A2E6-4E328E90356D}" dt="2020-11-15T14:46:34.648" v="6480"/>
            <ac:spMkLst>
              <pc:docMk/>
              <pc:sldMasterMk cId="262836172" sldId="2147483672"/>
              <pc:sldLayoutMk cId="3915632220" sldId="2147483673"/>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3915632220" sldId="2147483673"/>
              <ac:spMk id="3"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596011067" sldId="2147483675"/>
          </pc:sldLayoutMkLst>
          <pc:spChg chg="mod">
            <ac:chgData name="Meyer, Riesling M" userId="93fbefa7-80e7-4750-9506-1c476a581f9b" providerId="ADAL" clId="{4017349A-7549-4284-A2E6-4E328E90356D}" dt="2020-11-15T14:46:34.648" v="6480"/>
            <ac:spMkLst>
              <pc:docMk/>
              <pc:sldMasterMk cId="262836172" sldId="2147483672"/>
              <pc:sldLayoutMk cId="596011067" sldId="2147483675"/>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596011067" sldId="2147483675"/>
              <ac:spMk id="3"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338658769" sldId="2147483676"/>
          </pc:sldLayoutMkLst>
          <pc:spChg chg="mod">
            <ac:chgData name="Meyer, Riesling M" userId="93fbefa7-80e7-4750-9506-1c476a581f9b" providerId="ADAL" clId="{4017349A-7549-4284-A2E6-4E328E90356D}" dt="2020-11-15T14:46:34.648" v="6480"/>
            <ac:spMkLst>
              <pc:docMk/>
              <pc:sldMasterMk cId="262836172" sldId="2147483672"/>
              <pc:sldLayoutMk cId="338658769" sldId="2147483676"/>
              <ac:spMk id="3"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338658769" sldId="2147483676"/>
              <ac:spMk id="4"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2198486811" sldId="2147483677"/>
          </pc:sldLayoutMkLst>
          <pc:spChg chg="mod">
            <ac:chgData name="Meyer, Riesling M" userId="93fbefa7-80e7-4750-9506-1c476a581f9b" providerId="ADAL" clId="{4017349A-7549-4284-A2E6-4E328E90356D}" dt="2020-11-15T14:46:34.648" v="6480"/>
            <ac:spMkLst>
              <pc:docMk/>
              <pc:sldMasterMk cId="262836172" sldId="2147483672"/>
              <pc:sldLayoutMk cId="2198486811" sldId="2147483677"/>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198486811" sldId="2147483677"/>
              <ac:spMk id="3"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198486811" sldId="2147483677"/>
              <ac:spMk id="4"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198486811" sldId="2147483677"/>
              <ac:spMk id="5"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198486811" sldId="2147483677"/>
              <ac:spMk id="6"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370000414" sldId="2147483680"/>
          </pc:sldLayoutMkLst>
          <pc:spChg chg="mod">
            <ac:chgData name="Meyer, Riesling M" userId="93fbefa7-80e7-4750-9506-1c476a581f9b" providerId="ADAL" clId="{4017349A-7549-4284-A2E6-4E328E90356D}" dt="2020-11-15T14:46:34.648" v="6480"/>
            <ac:spMkLst>
              <pc:docMk/>
              <pc:sldMasterMk cId="262836172" sldId="2147483672"/>
              <pc:sldLayoutMk cId="370000414" sldId="2147483680"/>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370000414" sldId="2147483680"/>
              <ac:spMk id="3"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370000414" sldId="2147483680"/>
              <ac:spMk id="4"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2601827974" sldId="2147483681"/>
          </pc:sldLayoutMkLst>
          <pc:spChg chg="mod">
            <ac:chgData name="Meyer, Riesling M" userId="93fbefa7-80e7-4750-9506-1c476a581f9b" providerId="ADAL" clId="{4017349A-7549-4284-A2E6-4E328E90356D}" dt="2020-11-15T14:46:34.648" v="6480"/>
            <ac:spMkLst>
              <pc:docMk/>
              <pc:sldMasterMk cId="262836172" sldId="2147483672"/>
              <pc:sldLayoutMk cId="2601827974" sldId="2147483681"/>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601827974" sldId="2147483681"/>
              <ac:spMk id="3"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2601827974" sldId="2147483681"/>
              <ac:spMk id="4" creationId="{00000000-0000-0000-0000-000000000000}"/>
            </ac:spMkLst>
          </pc:spChg>
        </pc:sldLayoutChg>
        <pc:sldLayoutChg chg="modSp">
          <pc:chgData name="Meyer, Riesling M" userId="93fbefa7-80e7-4750-9506-1c476a581f9b" providerId="ADAL" clId="{4017349A-7549-4284-A2E6-4E328E90356D}" dt="2020-11-15T14:46:34.648" v="6480"/>
          <pc:sldLayoutMkLst>
            <pc:docMk/>
            <pc:sldMasterMk cId="262836172" sldId="2147483672"/>
            <pc:sldLayoutMk cId="1337566550" sldId="2147483683"/>
          </pc:sldLayoutMkLst>
          <pc:spChg chg="mod">
            <ac:chgData name="Meyer, Riesling M" userId="93fbefa7-80e7-4750-9506-1c476a581f9b" providerId="ADAL" clId="{4017349A-7549-4284-A2E6-4E328E90356D}" dt="2020-11-15T14:46:34.648" v="6480"/>
            <ac:spMkLst>
              <pc:docMk/>
              <pc:sldMasterMk cId="262836172" sldId="2147483672"/>
              <pc:sldLayoutMk cId="1337566550" sldId="2147483683"/>
              <ac:spMk id="2" creationId="{00000000-0000-0000-0000-000000000000}"/>
            </ac:spMkLst>
          </pc:spChg>
          <pc:spChg chg="mod">
            <ac:chgData name="Meyer, Riesling M" userId="93fbefa7-80e7-4750-9506-1c476a581f9b" providerId="ADAL" clId="{4017349A-7549-4284-A2E6-4E328E90356D}" dt="2020-11-15T14:46:34.648" v="6480"/>
            <ac:spMkLst>
              <pc:docMk/>
              <pc:sldMasterMk cId="262836172" sldId="2147483672"/>
              <pc:sldLayoutMk cId="1337566550" sldId="2147483683"/>
              <ac:spMk id="3" creationId="{00000000-0000-0000-0000-000000000000}"/>
            </ac:spMkLst>
          </pc:spChg>
        </pc:sldLayoutChg>
      </pc:sldMasterChg>
    </pc:docChg>
  </pc:docChgLst>
  <pc:docChgLst>
    <pc:chgData name="Smooha, Nathan A" userId="S::nsmooha3@gatech.edu::ce9ae336-4f27-43d2-b462-2abc6746747a" providerId="AD" clId="Web-{B36C94BB-4D19-4103-9DB5-6277D8205314}"/>
    <pc:docChg chg="modSld">
      <pc:chgData name="Smooha, Nathan A" userId="S::nsmooha3@gatech.edu::ce9ae336-4f27-43d2-b462-2abc6746747a" providerId="AD" clId="Web-{B36C94BB-4D19-4103-9DB5-6277D8205314}" dt="2020-11-17T11:19:59.039" v="213" actId="1076"/>
      <pc:docMkLst>
        <pc:docMk/>
      </pc:docMkLst>
      <pc:sldChg chg="addSp delSp modSp">
        <pc:chgData name="Smooha, Nathan A" userId="S::nsmooha3@gatech.edu::ce9ae336-4f27-43d2-b462-2abc6746747a" providerId="AD" clId="Web-{B36C94BB-4D19-4103-9DB5-6277D8205314}" dt="2020-11-17T11:19:59.039" v="213" actId="1076"/>
        <pc:sldMkLst>
          <pc:docMk/>
          <pc:sldMk cId="109857222" sldId="256"/>
        </pc:sldMkLst>
        <pc:spChg chg="add del mod">
          <ac:chgData name="Smooha, Nathan A" userId="S::nsmooha3@gatech.edu::ce9ae336-4f27-43d2-b462-2abc6746747a" providerId="AD" clId="Web-{B36C94BB-4D19-4103-9DB5-6277D8205314}" dt="2020-11-17T11:06:55.481" v="166"/>
          <ac:spMkLst>
            <pc:docMk/>
            <pc:sldMk cId="109857222" sldId="256"/>
            <ac:spMk id="3" creationId="{95598AEC-6A76-4C6D-8025-FBD94D405252}"/>
          </ac:spMkLst>
        </pc:spChg>
        <pc:spChg chg="mod">
          <ac:chgData name="Smooha, Nathan A" userId="S::nsmooha3@gatech.edu::ce9ae336-4f27-43d2-b462-2abc6746747a" providerId="AD" clId="Web-{B36C94BB-4D19-4103-9DB5-6277D8205314}" dt="2020-11-17T11:17:33.268" v="203" actId="20577"/>
          <ac:spMkLst>
            <pc:docMk/>
            <pc:sldMk cId="109857222" sldId="256"/>
            <ac:spMk id="6" creationId="{4FF52F19-3490-4490-8D35-97594ED059D2}"/>
          </ac:spMkLst>
        </pc:spChg>
        <pc:spChg chg="add mod">
          <ac:chgData name="Smooha, Nathan A" userId="S::nsmooha3@gatech.edu::ce9ae336-4f27-43d2-b462-2abc6746747a" providerId="AD" clId="Web-{B36C94BB-4D19-4103-9DB5-6277D8205314}" dt="2020-11-17T11:19:49.211" v="212" actId="1076"/>
          <ac:spMkLst>
            <pc:docMk/>
            <pc:sldMk cId="109857222" sldId="256"/>
            <ac:spMk id="147" creationId="{37E41D8E-BA86-4503-B67D-2B94C5FF86AA}"/>
          </ac:spMkLst>
        </pc:spChg>
        <pc:spChg chg="mod">
          <ac:chgData name="Smooha, Nathan A" userId="S::nsmooha3@gatech.edu::ce9ae336-4f27-43d2-b462-2abc6746747a" providerId="AD" clId="Web-{B36C94BB-4D19-4103-9DB5-6277D8205314}" dt="2020-11-17T11:19:28.820" v="210" actId="1076"/>
          <ac:spMkLst>
            <pc:docMk/>
            <pc:sldMk cId="109857222" sldId="256"/>
            <ac:spMk id="247" creationId="{5FE57E8C-1112-44BC-9520-279117D7BCF8}"/>
          </ac:spMkLst>
        </pc:spChg>
        <pc:spChg chg="mod">
          <ac:chgData name="Smooha, Nathan A" userId="S::nsmooha3@gatech.edu::ce9ae336-4f27-43d2-b462-2abc6746747a" providerId="AD" clId="Web-{B36C94BB-4D19-4103-9DB5-6277D8205314}" dt="2020-11-17T11:11:47.379" v="180" actId="20577"/>
          <ac:spMkLst>
            <pc:docMk/>
            <pc:sldMk cId="109857222" sldId="256"/>
            <ac:spMk id="392" creationId="{FC61A4AD-E12A-4219-ABC0-136185503ADE}"/>
          </ac:spMkLst>
        </pc:spChg>
        <pc:picChg chg="mod">
          <ac:chgData name="Smooha, Nathan A" userId="S::nsmooha3@gatech.edu::ce9ae336-4f27-43d2-b462-2abc6746747a" providerId="AD" clId="Web-{B36C94BB-4D19-4103-9DB5-6277D8205314}" dt="2020-11-17T11:19:59.039" v="213" actId="1076"/>
          <ac:picMkLst>
            <pc:docMk/>
            <pc:sldMk cId="109857222" sldId="256"/>
            <ac:picMk id="240" creationId="{A2E8FD3B-C4C5-491B-9367-9DB644786B66}"/>
          </ac:picMkLst>
        </pc:picChg>
      </pc:sldChg>
    </pc:docChg>
  </pc:docChgLst>
  <pc:docChgLst>
    <pc:chgData name="Smooha, Nathan A" userId="S::nsmooha3@gatech.edu::ce9ae336-4f27-43d2-b462-2abc6746747a" providerId="AD" clId="Web-{B73F3DF4-09AC-484E-8CB7-3E96E76D5F64}"/>
    <pc:docChg chg="modSld">
      <pc:chgData name="Smooha, Nathan A" userId="S::nsmooha3@gatech.edu::ce9ae336-4f27-43d2-b462-2abc6746747a" providerId="AD" clId="Web-{B73F3DF4-09AC-484E-8CB7-3E96E76D5F64}" dt="2020-11-17T05:01:34.027" v="15" actId="20577"/>
      <pc:docMkLst>
        <pc:docMk/>
      </pc:docMkLst>
      <pc:sldChg chg="modSp">
        <pc:chgData name="Smooha, Nathan A" userId="S::nsmooha3@gatech.edu::ce9ae336-4f27-43d2-b462-2abc6746747a" providerId="AD" clId="Web-{B73F3DF4-09AC-484E-8CB7-3E96E76D5F64}" dt="2020-11-17T05:01:34.027" v="14" actId="20577"/>
        <pc:sldMkLst>
          <pc:docMk/>
          <pc:sldMk cId="109857222" sldId="256"/>
        </pc:sldMkLst>
        <pc:spChg chg="mod">
          <ac:chgData name="Smooha, Nathan A" userId="S::nsmooha3@gatech.edu::ce9ae336-4f27-43d2-b462-2abc6746747a" providerId="AD" clId="Web-{B73F3DF4-09AC-484E-8CB7-3E96E76D5F64}" dt="2020-11-17T05:01:34.027" v="14" actId="20577"/>
          <ac:spMkLst>
            <pc:docMk/>
            <pc:sldMk cId="109857222" sldId="256"/>
            <ac:spMk id="12" creationId="{EE43B342-DE2A-4785-AFAB-6DE599AC5AFF}"/>
          </ac:spMkLst>
        </pc:spChg>
      </pc:sldChg>
    </pc:docChg>
  </pc:docChgLst>
  <pc:docChgLst>
    <pc:chgData name="Smooha, Nathan A" userId="S::nsmooha3@gatech.edu::ce9ae336-4f27-43d2-b462-2abc6746747a" providerId="AD" clId="Web-{5340C608-0511-4758-9896-A2AA4FED365A}"/>
    <pc:docChg chg="">
      <pc:chgData name="Smooha, Nathan A" userId="S::nsmooha3@gatech.edu::ce9ae336-4f27-43d2-b462-2abc6746747a" providerId="AD" clId="Web-{5340C608-0511-4758-9896-A2AA4FED365A}" dt="2020-11-16T23:11:39.564" v="0"/>
      <pc:docMkLst>
        <pc:docMk/>
      </pc:docMkLst>
      <pc:sldChg chg="addCm">
        <pc:chgData name="Smooha, Nathan A" userId="S::nsmooha3@gatech.edu::ce9ae336-4f27-43d2-b462-2abc6746747a" providerId="AD" clId="Web-{5340C608-0511-4758-9896-A2AA4FED365A}" dt="2020-11-16T23:11:39.564" v="0"/>
        <pc:sldMkLst>
          <pc:docMk/>
          <pc:sldMk cId="109857222" sldId="256"/>
        </pc:sldMkLst>
      </pc:sldChg>
    </pc:docChg>
  </pc:docChgLst>
  <pc:docChgLst>
    <pc:chgData name="Dassanayake, Aravinda B" userId="S::adassanayake3@gatech.edu::f051a01b-b56d-413f-95e6-19e44117dd28" providerId="AD" clId="Web-{BD6E4471-0B95-4744-BE37-22A4708199B7}"/>
    <pc:docChg chg="modSld">
      <pc:chgData name="Dassanayake, Aravinda B" userId="S::adassanayake3@gatech.edu::f051a01b-b56d-413f-95e6-19e44117dd28" providerId="AD" clId="Web-{BD6E4471-0B95-4744-BE37-22A4708199B7}" dt="2020-11-08T21:00:19.844" v="126" actId="20577"/>
      <pc:docMkLst>
        <pc:docMk/>
      </pc:docMkLst>
      <pc:sldChg chg="addSp modSp">
        <pc:chgData name="Dassanayake, Aravinda B" userId="S::adassanayake3@gatech.edu::f051a01b-b56d-413f-95e6-19e44117dd28" providerId="AD" clId="Web-{BD6E4471-0B95-4744-BE37-22A4708199B7}" dt="2020-11-08T21:00:19.578" v="124" actId="20577"/>
        <pc:sldMkLst>
          <pc:docMk/>
          <pc:sldMk cId="109857222" sldId="256"/>
        </pc:sldMkLst>
        <pc:spChg chg="mod">
          <ac:chgData name="Dassanayake, Aravinda B" userId="S::adassanayake3@gatech.edu::f051a01b-b56d-413f-95e6-19e44117dd28" providerId="AD" clId="Web-{BD6E4471-0B95-4744-BE37-22A4708199B7}" dt="2020-11-08T20:55:55.063" v="27" actId="1076"/>
          <ac:spMkLst>
            <pc:docMk/>
            <pc:sldMk cId="109857222" sldId="256"/>
            <ac:spMk id="113" creationId="{F4734622-270C-42DE-B6AB-87F4C6CC6AED}"/>
          </ac:spMkLst>
        </pc:spChg>
        <pc:spChg chg="add mod">
          <ac:chgData name="Dassanayake, Aravinda B" userId="S::adassanayake3@gatech.edu::f051a01b-b56d-413f-95e6-19e44117dd28" providerId="AD" clId="Web-{BD6E4471-0B95-4744-BE37-22A4708199B7}" dt="2020-11-08T20:59:52.547" v="92" actId="20577"/>
          <ac:spMkLst>
            <pc:docMk/>
            <pc:sldMk cId="109857222" sldId="256"/>
            <ac:spMk id="115" creationId="{6F8AF402-3E57-4CA6-BE25-66ACC74BB8E9}"/>
          </ac:spMkLst>
        </pc:spChg>
        <pc:spChg chg="add mod">
          <ac:chgData name="Dassanayake, Aravinda B" userId="S::adassanayake3@gatech.edu::f051a01b-b56d-413f-95e6-19e44117dd28" providerId="AD" clId="Web-{BD6E4471-0B95-4744-BE37-22A4708199B7}" dt="2020-11-08T21:00:19.578" v="124" actId="20577"/>
          <ac:spMkLst>
            <pc:docMk/>
            <pc:sldMk cId="109857222" sldId="256"/>
            <ac:spMk id="116" creationId="{D6C0CD73-F696-4187-9A62-9AE167175610}"/>
          </ac:spMkLst>
        </pc:spChg>
      </pc:sldChg>
    </pc:docChg>
  </pc:docChgLst>
  <pc:docChgLst>
    <pc:chgData name="Smooha, Nathan A" userId="S::nsmooha3@gatech.edu::ce9ae336-4f27-43d2-b462-2abc6746747a" providerId="AD" clId="Web-{D2AB7B66-AA2C-48F8-A881-8954941871F1}"/>
    <pc:docChg chg="modSld">
      <pc:chgData name="Smooha, Nathan A" userId="S::nsmooha3@gatech.edu::ce9ae336-4f27-43d2-b462-2abc6746747a" providerId="AD" clId="Web-{D2AB7B66-AA2C-48F8-A881-8954941871F1}" dt="2020-11-16T23:50:45.115" v="7"/>
      <pc:docMkLst>
        <pc:docMk/>
      </pc:docMkLst>
      <pc:sldChg chg="modSp addCm">
        <pc:chgData name="Smooha, Nathan A" userId="S::nsmooha3@gatech.edu::ce9ae336-4f27-43d2-b462-2abc6746747a" providerId="AD" clId="Web-{D2AB7B66-AA2C-48F8-A881-8954941871F1}" dt="2020-11-16T23:50:45.115" v="7"/>
        <pc:sldMkLst>
          <pc:docMk/>
          <pc:sldMk cId="109857222" sldId="256"/>
        </pc:sldMkLst>
        <pc:spChg chg="mod">
          <ac:chgData name="Smooha, Nathan A" userId="S::nsmooha3@gatech.edu::ce9ae336-4f27-43d2-b462-2abc6746747a" providerId="AD" clId="Web-{D2AB7B66-AA2C-48F8-A881-8954941871F1}" dt="2020-11-16T23:48:48.300" v="4"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7F0E9857-D3BE-4AB2-B301-D61C4A239B51}"/>
    <pc:docChg chg="modSld">
      <pc:chgData name="Smooha, Nathan A" userId="S::nsmooha3@gatech.edu::ce9ae336-4f27-43d2-b462-2abc6746747a" providerId="AD" clId="Web-{7F0E9857-D3BE-4AB2-B301-D61C4A239B51}" dt="2020-11-16T23:07:50.200" v="7"/>
      <pc:docMkLst>
        <pc:docMk/>
      </pc:docMkLst>
      <pc:sldChg chg="modSp addCm">
        <pc:chgData name="Smooha, Nathan A" userId="S::nsmooha3@gatech.edu::ce9ae336-4f27-43d2-b462-2abc6746747a" providerId="AD" clId="Web-{7F0E9857-D3BE-4AB2-B301-D61C4A239B51}" dt="2020-11-16T23:07:50.200" v="7"/>
        <pc:sldMkLst>
          <pc:docMk/>
          <pc:sldMk cId="109857222" sldId="256"/>
        </pc:sldMkLst>
        <pc:spChg chg="mod">
          <ac:chgData name="Smooha, Nathan A" userId="S::nsmooha3@gatech.edu::ce9ae336-4f27-43d2-b462-2abc6746747a" providerId="AD" clId="Web-{7F0E9857-D3BE-4AB2-B301-D61C4A239B51}" dt="2020-11-16T23:05:55.308" v="5" actId="1076"/>
          <ac:spMkLst>
            <pc:docMk/>
            <pc:sldMk cId="109857222" sldId="256"/>
            <ac:spMk id="115" creationId="{6F8AF402-3E57-4CA6-BE25-66ACC74BB8E9}"/>
          </ac:spMkLst>
        </pc:spChg>
        <pc:spChg chg="mod">
          <ac:chgData name="Smooha, Nathan A" userId="S::nsmooha3@gatech.edu::ce9ae336-4f27-43d2-b462-2abc6746747a" providerId="AD" clId="Web-{7F0E9857-D3BE-4AB2-B301-D61C4A239B51}" dt="2020-11-16T23:05:30.886" v="4" actId="1076"/>
          <ac:spMkLst>
            <pc:docMk/>
            <pc:sldMk cId="109857222" sldId="256"/>
            <ac:spMk id="117" creationId="{C48174AC-22DE-4E74-9E84-4CBA40B5DA41}"/>
          </ac:spMkLst>
        </pc:spChg>
      </pc:sldChg>
    </pc:docChg>
  </pc:docChgLst>
  <pc:docChgLst>
    <pc:chgData name="Smooha, Nathan A" userId="S::nsmooha3@gatech.edu::ce9ae336-4f27-43d2-b462-2abc6746747a" providerId="AD" clId="Web-{46678D61-561A-4490-9834-73B71519E7A0}"/>
    <pc:docChg chg="modSld">
      <pc:chgData name="Smooha, Nathan A" userId="S::nsmooha3@gatech.edu::ce9ae336-4f27-43d2-b462-2abc6746747a" providerId="AD" clId="Web-{46678D61-561A-4490-9834-73B71519E7A0}" dt="2020-11-17T04:31:28.036" v="676" actId="1076"/>
      <pc:docMkLst>
        <pc:docMk/>
      </pc:docMkLst>
      <pc:sldChg chg="modSp">
        <pc:chgData name="Smooha, Nathan A" userId="S::nsmooha3@gatech.edu::ce9ae336-4f27-43d2-b462-2abc6746747a" providerId="AD" clId="Web-{46678D61-561A-4490-9834-73B71519E7A0}" dt="2020-11-17T04:31:28.036" v="676" actId="1076"/>
        <pc:sldMkLst>
          <pc:docMk/>
          <pc:sldMk cId="109857222" sldId="256"/>
        </pc:sldMkLst>
        <pc:spChg chg="mod">
          <ac:chgData name="Smooha, Nathan A" userId="S::nsmooha3@gatech.edu::ce9ae336-4f27-43d2-b462-2abc6746747a" providerId="AD" clId="Web-{46678D61-561A-4490-9834-73B71519E7A0}" dt="2020-11-17T04:31:28.036" v="676" actId="1076"/>
          <ac:spMkLst>
            <pc:docMk/>
            <pc:sldMk cId="109857222" sldId="256"/>
            <ac:spMk id="6" creationId="{4FF52F19-3490-4490-8D35-97594ED059D2}"/>
          </ac:spMkLst>
        </pc:spChg>
        <pc:spChg chg="mod">
          <ac:chgData name="Smooha, Nathan A" userId="S::nsmooha3@gatech.edu::ce9ae336-4f27-43d2-b462-2abc6746747a" providerId="AD" clId="Web-{46678D61-561A-4490-9834-73B71519E7A0}" dt="2020-11-17T04:31:02.159" v="674" actId="1076"/>
          <ac:spMkLst>
            <pc:docMk/>
            <pc:sldMk cId="109857222" sldId="256"/>
            <ac:spMk id="30" creationId="{54A3C510-C1DD-43C0-AF39-EE1678F9EA72}"/>
          </ac:spMkLst>
        </pc:spChg>
        <pc:spChg chg="mod">
          <ac:chgData name="Smooha, Nathan A" userId="S::nsmooha3@gatech.edu::ce9ae336-4f27-43d2-b462-2abc6746747a" providerId="AD" clId="Web-{46678D61-561A-4490-9834-73B71519E7A0}" dt="2020-11-17T04:31:13.144" v="675" actId="1076"/>
          <ac:spMkLst>
            <pc:docMk/>
            <pc:sldMk cId="109857222" sldId="256"/>
            <ac:spMk id="36" creationId="{00B901DF-95C0-4D73-B9CC-A49A9EAF6820}"/>
          </ac:spMkLst>
        </pc:spChg>
        <pc:spChg chg="mod">
          <ac:chgData name="Smooha, Nathan A" userId="S::nsmooha3@gatech.edu::ce9ae336-4f27-43d2-b462-2abc6746747a" providerId="AD" clId="Web-{46678D61-561A-4490-9834-73B71519E7A0}" dt="2020-11-17T04:14:56.661" v="567" actId="20577"/>
          <ac:spMkLst>
            <pc:docMk/>
            <pc:sldMk cId="109857222" sldId="256"/>
            <ac:spMk id="117" creationId="{C48174AC-22DE-4E74-9E84-4CBA40B5DA41}"/>
          </ac:spMkLst>
        </pc:spChg>
        <pc:spChg chg="mod">
          <ac:chgData name="Smooha, Nathan A" userId="S::nsmooha3@gatech.edu::ce9ae336-4f27-43d2-b462-2abc6746747a" providerId="AD" clId="Web-{46678D61-561A-4490-9834-73B71519E7A0}" dt="2020-11-17T04:24:25.605" v="624" actId="20577"/>
          <ac:spMkLst>
            <pc:docMk/>
            <pc:sldMk cId="109857222" sldId="256"/>
            <ac:spMk id="173" creationId="{A37B587B-ACA5-48C2-9792-119D1057AC5A}"/>
          </ac:spMkLst>
        </pc:spChg>
        <pc:spChg chg="mod">
          <ac:chgData name="Smooha, Nathan A" userId="S::nsmooha3@gatech.edu::ce9ae336-4f27-43d2-b462-2abc6746747a" providerId="AD" clId="Web-{46678D61-561A-4490-9834-73B71519E7A0}" dt="2020-11-17T04:29:40.608" v="668"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1D4E094D-6695-46F8-B7DD-5BB9B46682F2}"/>
    <pc:docChg chg="modSld">
      <pc:chgData name="Smooha, Nathan A" userId="S::nsmooha3@gatech.edu::ce9ae336-4f27-43d2-b462-2abc6746747a" providerId="AD" clId="Web-{1D4E094D-6695-46F8-B7DD-5BB9B46682F2}" dt="2020-11-17T13:51:53.379" v="16" actId="1076"/>
      <pc:docMkLst>
        <pc:docMk/>
      </pc:docMkLst>
      <pc:sldChg chg="delSp modSp">
        <pc:chgData name="Smooha, Nathan A" userId="S::nsmooha3@gatech.edu::ce9ae336-4f27-43d2-b462-2abc6746747a" providerId="AD" clId="Web-{1D4E094D-6695-46F8-B7DD-5BB9B46682F2}" dt="2020-11-17T13:51:53.379" v="16" actId="1076"/>
        <pc:sldMkLst>
          <pc:docMk/>
          <pc:sldMk cId="109857222" sldId="256"/>
        </pc:sldMkLst>
        <pc:spChg chg="mod">
          <ac:chgData name="Smooha, Nathan A" userId="S::nsmooha3@gatech.edu::ce9ae336-4f27-43d2-b462-2abc6746747a" providerId="AD" clId="Web-{1D4E094D-6695-46F8-B7DD-5BB9B46682F2}" dt="2020-11-17T13:51:39.097" v="12" actId="20577"/>
          <ac:spMkLst>
            <pc:docMk/>
            <pc:sldMk cId="109857222" sldId="256"/>
            <ac:spMk id="6" creationId="{4FF52F19-3490-4490-8D35-97594ED059D2}"/>
          </ac:spMkLst>
        </pc:spChg>
        <pc:spChg chg="del">
          <ac:chgData name="Smooha, Nathan A" userId="S::nsmooha3@gatech.edu::ce9ae336-4f27-43d2-b462-2abc6746747a" providerId="AD" clId="Web-{1D4E094D-6695-46F8-B7DD-5BB9B46682F2}" dt="2020-11-17T13:50:58.938" v="2"/>
          <ac:spMkLst>
            <pc:docMk/>
            <pc:sldMk cId="109857222" sldId="256"/>
            <ac:spMk id="147" creationId="{37E41D8E-BA86-4503-B67D-2B94C5FF86AA}"/>
          </ac:spMkLst>
        </pc:spChg>
        <pc:spChg chg="mod">
          <ac:chgData name="Smooha, Nathan A" userId="S::nsmooha3@gatech.edu::ce9ae336-4f27-43d2-b462-2abc6746747a" providerId="AD" clId="Web-{1D4E094D-6695-46F8-B7DD-5BB9B46682F2}" dt="2020-11-17T13:51:53.379" v="16" actId="1076"/>
          <ac:spMkLst>
            <pc:docMk/>
            <pc:sldMk cId="109857222" sldId="256"/>
            <ac:spMk id="247" creationId="{5FE57E8C-1112-44BC-9520-279117D7BCF8}"/>
          </ac:spMkLst>
        </pc:spChg>
        <pc:picChg chg="mod">
          <ac:chgData name="Smooha, Nathan A" userId="S::nsmooha3@gatech.edu::ce9ae336-4f27-43d2-b462-2abc6746747a" providerId="AD" clId="Web-{1D4E094D-6695-46F8-B7DD-5BB9B46682F2}" dt="2020-11-17T13:51:48.535" v="15" actId="1076"/>
          <ac:picMkLst>
            <pc:docMk/>
            <pc:sldMk cId="109857222" sldId="256"/>
            <ac:picMk id="240" creationId="{A2E8FD3B-C4C5-491B-9367-9DB644786B66}"/>
          </ac:picMkLst>
        </pc:picChg>
      </pc:sldChg>
    </pc:docChg>
  </pc:docChgLst>
  <pc:docChgLst>
    <pc:chgData name="Smooha, Nathan A" userId="S::nsmooha3@gatech.edu::ce9ae336-4f27-43d2-b462-2abc6746747a" providerId="AD" clId="Web-{DBA5BE46-4616-45DB-9BD6-1BFBC8D6C421}"/>
    <pc:docChg chg="modSld">
      <pc:chgData name="Smooha, Nathan A" userId="S::nsmooha3@gatech.edu::ce9ae336-4f27-43d2-b462-2abc6746747a" providerId="AD" clId="Web-{DBA5BE46-4616-45DB-9BD6-1BFBC8D6C421}" dt="2020-11-17T13:58:16.975" v="378" actId="20577"/>
      <pc:docMkLst>
        <pc:docMk/>
      </pc:docMkLst>
      <pc:sldChg chg="modSp">
        <pc:chgData name="Smooha, Nathan A" userId="S::nsmooha3@gatech.edu::ce9ae336-4f27-43d2-b462-2abc6746747a" providerId="AD" clId="Web-{DBA5BE46-4616-45DB-9BD6-1BFBC8D6C421}" dt="2020-11-17T13:58:16.975" v="377" actId="20577"/>
        <pc:sldMkLst>
          <pc:docMk/>
          <pc:sldMk cId="109857222" sldId="256"/>
        </pc:sldMkLst>
        <pc:spChg chg="mod">
          <ac:chgData name="Smooha, Nathan A" userId="S::nsmooha3@gatech.edu::ce9ae336-4f27-43d2-b462-2abc6746747a" providerId="AD" clId="Web-{DBA5BE46-4616-45DB-9BD6-1BFBC8D6C421}" dt="2020-11-17T13:58:16.975" v="377" actId="20577"/>
          <ac:spMkLst>
            <pc:docMk/>
            <pc:sldMk cId="109857222" sldId="256"/>
            <ac:spMk id="12" creationId="{EE43B342-DE2A-4785-AFAB-6DE599AC5AFF}"/>
          </ac:spMkLst>
        </pc:spChg>
        <pc:spChg chg="mod">
          <ac:chgData name="Smooha, Nathan A" userId="S::nsmooha3@gatech.edu::ce9ae336-4f27-43d2-b462-2abc6746747a" providerId="AD" clId="Web-{DBA5BE46-4616-45DB-9BD6-1BFBC8D6C421}" dt="2020-11-17T13:55:06.849" v="61"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6B971075-6909-410E-AF07-F254432923C7}"/>
    <pc:docChg chg="modSld">
      <pc:chgData name="Smooha, Nathan A" userId="S::nsmooha3@gatech.edu::ce9ae336-4f27-43d2-b462-2abc6746747a" providerId="AD" clId="Web-{6B971075-6909-410E-AF07-F254432923C7}" dt="2020-11-17T00:01:05.253" v="492" actId="20577"/>
      <pc:docMkLst>
        <pc:docMk/>
      </pc:docMkLst>
      <pc:sldChg chg="modSp addCm modCm">
        <pc:chgData name="Smooha, Nathan A" userId="S::nsmooha3@gatech.edu::ce9ae336-4f27-43d2-b462-2abc6746747a" providerId="AD" clId="Web-{6B971075-6909-410E-AF07-F254432923C7}" dt="2020-11-17T00:01:00.909" v="490" actId="20577"/>
        <pc:sldMkLst>
          <pc:docMk/>
          <pc:sldMk cId="109857222" sldId="256"/>
        </pc:sldMkLst>
        <pc:spChg chg="mod">
          <ac:chgData name="Smooha, Nathan A" userId="S::nsmooha3@gatech.edu::ce9ae336-4f27-43d2-b462-2abc6746747a" providerId="AD" clId="Web-{6B971075-6909-410E-AF07-F254432923C7}" dt="2020-11-17T00:01:00.909" v="490" actId="20577"/>
          <ac:spMkLst>
            <pc:docMk/>
            <pc:sldMk cId="109857222" sldId="256"/>
            <ac:spMk id="117" creationId="{C48174AC-22DE-4E74-9E84-4CBA40B5DA41}"/>
          </ac:spMkLst>
        </pc:spChg>
      </pc:sldChg>
    </pc:docChg>
  </pc:docChgLst>
  <pc:docChgLst>
    <pc:chgData name="Smooha, Nathan A" userId="S::nsmooha3@gatech.edu::ce9ae336-4f27-43d2-b462-2abc6746747a" providerId="AD" clId="Web-{BD3176D1-139C-4629-B121-9FEB80EC4006}"/>
    <pc:docChg chg="modSld">
      <pc:chgData name="Smooha, Nathan A" userId="S::nsmooha3@gatech.edu::ce9ae336-4f27-43d2-b462-2abc6746747a" providerId="AD" clId="Web-{BD3176D1-139C-4629-B121-9FEB80EC4006}" dt="2020-11-17T05:11:02.200" v="376" actId="20577"/>
      <pc:docMkLst>
        <pc:docMk/>
      </pc:docMkLst>
      <pc:sldChg chg="modSp">
        <pc:chgData name="Smooha, Nathan A" userId="S::nsmooha3@gatech.edu::ce9ae336-4f27-43d2-b462-2abc6746747a" providerId="AD" clId="Web-{BD3176D1-139C-4629-B121-9FEB80EC4006}" dt="2020-11-17T05:11:02.200" v="375" actId="20577"/>
        <pc:sldMkLst>
          <pc:docMk/>
          <pc:sldMk cId="109857222" sldId="256"/>
        </pc:sldMkLst>
        <pc:spChg chg="mod">
          <ac:chgData name="Smooha, Nathan A" userId="S::nsmooha3@gatech.edu::ce9ae336-4f27-43d2-b462-2abc6746747a" providerId="AD" clId="Web-{BD3176D1-139C-4629-B121-9FEB80EC4006}" dt="2020-11-17T05:11:02.200" v="375" actId="20577"/>
          <ac:spMkLst>
            <pc:docMk/>
            <pc:sldMk cId="109857222" sldId="256"/>
            <ac:spMk id="12" creationId="{EE43B342-DE2A-4785-AFAB-6DE599AC5AFF}"/>
          </ac:spMkLst>
        </pc:spChg>
      </pc:sldChg>
    </pc:docChg>
  </pc:docChgLst>
  <pc:docChgLst>
    <pc:chgData name="Smooha, Nathan A" userId="S::nsmooha3@gatech.edu::ce9ae336-4f27-43d2-b462-2abc6746747a" providerId="AD" clId="Web-{B13DFAC6-D3A2-464C-B1A1-AC5A185AF164}"/>
    <pc:docChg chg="modSld">
      <pc:chgData name="Smooha, Nathan A" userId="S::nsmooha3@gatech.edu::ce9ae336-4f27-43d2-b462-2abc6746747a" providerId="AD" clId="Web-{B13DFAC6-D3A2-464C-B1A1-AC5A185AF164}" dt="2020-11-17T05:37:58.825" v="297" actId="20577"/>
      <pc:docMkLst>
        <pc:docMk/>
      </pc:docMkLst>
      <pc:sldChg chg="modSp">
        <pc:chgData name="Smooha, Nathan A" userId="S::nsmooha3@gatech.edu::ce9ae336-4f27-43d2-b462-2abc6746747a" providerId="AD" clId="Web-{B13DFAC6-D3A2-464C-B1A1-AC5A185AF164}" dt="2020-11-17T05:37:58.825" v="296" actId="20577"/>
        <pc:sldMkLst>
          <pc:docMk/>
          <pc:sldMk cId="109857222" sldId="256"/>
        </pc:sldMkLst>
        <pc:spChg chg="mod">
          <ac:chgData name="Smooha, Nathan A" userId="S::nsmooha3@gatech.edu::ce9ae336-4f27-43d2-b462-2abc6746747a" providerId="AD" clId="Web-{B13DFAC6-D3A2-464C-B1A1-AC5A185AF164}" dt="2020-11-17T05:37:58.825" v="296"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9B71C697-2D9B-4BF5-9CF7-21D411ACFEA9}"/>
    <pc:docChg chg="modSld">
      <pc:chgData name="Smooha, Nathan A" userId="S::nsmooha3@gatech.edu::ce9ae336-4f27-43d2-b462-2abc6746747a" providerId="AD" clId="Web-{9B71C697-2D9B-4BF5-9CF7-21D411ACFEA9}" dt="2020-11-17T04:51:27.831" v="267" actId="20577"/>
      <pc:docMkLst>
        <pc:docMk/>
      </pc:docMkLst>
      <pc:sldChg chg="modSp">
        <pc:chgData name="Smooha, Nathan A" userId="S::nsmooha3@gatech.edu::ce9ae336-4f27-43d2-b462-2abc6746747a" providerId="AD" clId="Web-{9B71C697-2D9B-4BF5-9CF7-21D411ACFEA9}" dt="2020-11-17T04:51:25.987" v="265" actId="20577"/>
        <pc:sldMkLst>
          <pc:docMk/>
          <pc:sldMk cId="109857222" sldId="256"/>
        </pc:sldMkLst>
        <pc:spChg chg="mod">
          <ac:chgData name="Smooha, Nathan A" userId="S::nsmooha3@gatech.edu::ce9ae336-4f27-43d2-b462-2abc6746747a" providerId="AD" clId="Web-{9B71C697-2D9B-4BF5-9CF7-21D411ACFEA9}" dt="2020-11-17T04:51:25.987" v="265" actId="20577"/>
          <ac:spMkLst>
            <pc:docMk/>
            <pc:sldMk cId="109857222" sldId="256"/>
            <ac:spMk id="12" creationId="{EE43B342-DE2A-4785-AFAB-6DE599AC5AFF}"/>
          </ac:spMkLst>
        </pc:spChg>
        <pc:spChg chg="mod">
          <ac:chgData name="Smooha, Nathan A" userId="S::nsmooha3@gatech.edu::ce9ae336-4f27-43d2-b462-2abc6746747a" providerId="AD" clId="Web-{9B71C697-2D9B-4BF5-9CF7-21D411ACFEA9}" dt="2020-11-17T04:47:46.310" v="226" actId="1076"/>
          <ac:spMkLst>
            <pc:docMk/>
            <pc:sldMk cId="109857222" sldId="256"/>
            <ac:spMk id="18" creationId="{BA4FA3BF-55E2-4149-A7A2-40642A856AA4}"/>
          </ac:spMkLst>
        </pc:spChg>
        <pc:grpChg chg="mod">
          <ac:chgData name="Smooha, Nathan A" userId="S::nsmooha3@gatech.edu::ce9ae336-4f27-43d2-b462-2abc6746747a" providerId="AD" clId="Web-{9B71C697-2D9B-4BF5-9CF7-21D411ACFEA9}" dt="2020-11-17T04:48:01.092" v="227" actId="1076"/>
          <ac:grpSpMkLst>
            <pc:docMk/>
            <pc:sldMk cId="109857222" sldId="256"/>
            <ac:grpSpMk id="114" creationId="{CF906A27-913D-4F33-9E15-4B3ADE343D24}"/>
          </ac:grpSpMkLst>
        </pc:grpChg>
      </pc:sldChg>
    </pc:docChg>
  </pc:docChgLst>
  <pc:docChgLst>
    <pc:chgData name="Smooha, Nathan A" userId="S::nsmooha3@gatech.edu::ce9ae336-4f27-43d2-b462-2abc6746747a" providerId="AD" clId="Web-{44C43968-D6A3-4927-ABDD-38A11221D113}"/>
    <pc:docChg chg="modSld">
      <pc:chgData name="Smooha, Nathan A" userId="S::nsmooha3@gatech.edu::ce9ae336-4f27-43d2-b462-2abc6746747a" providerId="AD" clId="Web-{44C43968-D6A3-4927-ABDD-38A11221D113}" dt="2020-11-17T03:49:55.012" v="1461" actId="20577"/>
      <pc:docMkLst>
        <pc:docMk/>
      </pc:docMkLst>
      <pc:sldChg chg="modSp">
        <pc:chgData name="Smooha, Nathan A" userId="S::nsmooha3@gatech.edu::ce9ae336-4f27-43d2-b462-2abc6746747a" providerId="AD" clId="Web-{44C43968-D6A3-4927-ABDD-38A11221D113}" dt="2020-11-17T03:49:55.012" v="1460" actId="20577"/>
        <pc:sldMkLst>
          <pc:docMk/>
          <pc:sldMk cId="109857222" sldId="256"/>
        </pc:sldMkLst>
        <pc:spChg chg="mod">
          <ac:chgData name="Smooha, Nathan A" userId="S::nsmooha3@gatech.edu::ce9ae336-4f27-43d2-b462-2abc6746747a" providerId="AD" clId="Web-{44C43968-D6A3-4927-ABDD-38A11221D113}" dt="2020-11-17T02:49:20.887" v="339" actId="20577"/>
          <ac:spMkLst>
            <pc:docMk/>
            <pc:sldMk cId="109857222" sldId="256"/>
            <ac:spMk id="6" creationId="{4FF52F19-3490-4490-8D35-97594ED059D2}"/>
          </ac:spMkLst>
        </pc:spChg>
        <pc:spChg chg="mod">
          <ac:chgData name="Smooha, Nathan A" userId="S::nsmooha3@gatech.edu::ce9ae336-4f27-43d2-b462-2abc6746747a" providerId="AD" clId="Web-{44C43968-D6A3-4927-ABDD-38A11221D113}" dt="2020-11-17T03:40:20.782" v="1382" actId="20577"/>
          <ac:spMkLst>
            <pc:docMk/>
            <pc:sldMk cId="109857222" sldId="256"/>
            <ac:spMk id="12" creationId="{EE43B342-DE2A-4785-AFAB-6DE599AC5AFF}"/>
          </ac:spMkLst>
        </pc:spChg>
        <pc:spChg chg="mod">
          <ac:chgData name="Smooha, Nathan A" userId="S::nsmooha3@gatech.edu::ce9ae336-4f27-43d2-b462-2abc6746747a" providerId="AD" clId="Web-{44C43968-D6A3-4927-ABDD-38A11221D113}" dt="2020-11-17T03:49:55.012" v="1460"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D7307E07-1AE6-46A5-87CC-8FF54CF73F4C}"/>
    <pc:docChg chg="modSld">
      <pc:chgData name="Smooha, Nathan A" userId="S::nsmooha3@gatech.edu::ce9ae336-4f27-43d2-b462-2abc6746747a" providerId="AD" clId="Web-{D7307E07-1AE6-46A5-87CC-8FF54CF73F4C}" dt="2020-11-17T05:07:47.827" v="85" actId="20577"/>
      <pc:docMkLst>
        <pc:docMk/>
      </pc:docMkLst>
      <pc:sldChg chg="modSp">
        <pc:chgData name="Smooha, Nathan A" userId="S::nsmooha3@gatech.edu::ce9ae336-4f27-43d2-b462-2abc6746747a" providerId="AD" clId="Web-{D7307E07-1AE6-46A5-87CC-8FF54CF73F4C}" dt="2020-11-17T05:07:45.420" v="83" actId="20577"/>
        <pc:sldMkLst>
          <pc:docMk/>
          <pc:sldMk cId="109857222" sldId="256"/>
        </pc:sldMkLst>
        <pc:spChg chg="mod">
          <ac:chgData name="Smooha, Nathan A" userId="S::nsmooha3@gatech.edu::ce9ae336-4f27-43d2-b462-2abc6746747a" providerId="AD" clId="Web-{D7307E07-1AE6-46A5-87CC-8FF54CF73F4C}" dt="2020-11-17T05:07:45.420" v="83" actId="20577"/>
          <ac:spMkLst>
            <pc:docMk/>
            <pc:sldMk cId="109857222" sldId="256"/>
            <ac:spMk id="12" creationId="{EE43B342-DE2A-4785-AFAB-6DE599AC5AFF}"/>
          </ac:spMkLst>
        </pc:spChg>
        <pc:spChg chg="mod">
          <ac:chgData name="Smooha, Nathan A" userId="S::nsmooha3@gatech.edu::ce9ae336-4f27-43d2-b462-2abc6746747a" providerId="AD" clId="Web-{D7307E07-1AE6-46A5-87CC-8FF54CF73F4C}" dt="2020-11-17T05:06:41.716" v="27" actId="1076"/>
          <ac:spMkLst>
            <pc:docMk/>
            <pc:sldMk cId="109857222" sldId="256"/>
            <ac:spMk id="30" creationId="{54A3C510-C1DD-43C0-AF39-EE1678F9EA72}"/>
          </ac:spMkLst>
        </pc:spChg>
      </pc:sldChg>
    </pc:docChg>
  </pc:docChgLst>
  <pc:docChgLst>
    <pc:chgData name="Smooha, Nathan A" userId="S::nsmooha3@gatech.edu::ce9ae336-4f27-43d2-b462-2abc6746747a" providerId="AD" clId="Web-{19EAD4B6-8147-4DC0-8ADF-8CD3E9471794}"/>
    <pc:docChg chg="modSld">
      <pc:chgData name="Smooha, Nathan A" userId="S::nsmooha3@gatech.edu::ce9ae336-4f27-43d2-b462-2abc6746747a" providerId="AD" clId="Web-{19EAD4B6-8147-4DC0-8ADF-8CD3E9471794}" dt="2020-11-17T06:17:17.766" v="85" actId="20577"/>
      <pc:docMkLst>
        <pc:docMk/>
      </pc:docMkLst>
      <pc:sldChg chg="modSp">
        <pc:chgData name="Smooha, Nathan A" userId="S::nsmooha3@gatech.edu::ce9ae336-4f27-43d2-b462-2abc6746747a" providerId="AD" clId="Web-{19EAD4B6-8147-4DC0-8ADF-8CD3E9471794}" dt="2020-11-17T06:17:17.766" v="84" actId="20577"/>
        <pc:sldMkLst>
          <pc:docMk/>
          <pc:sldMk cId="109857222" sldId="256"/>
        </pc:sldMkLst>
        <pc:spChg chg="mod">
          <ac:chgData name="Smooha, Nathan A" userId="S::nsmooha3@gatech.edu::ce9ae336-4f27-43d2-b462-2abc6746747a" providerId="AD" clId="Web-{19EAD4B6-8147-4DC0-8ADF-8CD3E9471794}" dt="2020-11-17T06:17:17.766" v="84" actId="20577"/>
          <ac:spMkLst>
            <pc:docMk/>
            <pc:sldMk cId="109857222" sldId="256"/>
            <ac:spMk id="12" creationId="{EE43B342-DE2A-4785-AFAB-6DE599AC5AFF}"/>
          </ac:spMkLst>
        </pc:spChg>
        <pc:spChg chg="mod">
          <ac:chgData name="Smooha, Nathan A" userId="S::nsmooha3@gatech.edu::ce9ae336-4f27-43d2-b462-2abc6746747a" providerId="AD" clId="Web-{19EAD4B6-8147-4DC0-8ADF-8CD3E9471794}" dt="2020-11-17T06:04:14.100" v="34"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3274D344-F9BA-4F0B-9F0C-DD0D8AC731F4}"/>
    <pc:docChg chg="modSld">
      <pc:chgData name="Smooha, Nathan A" userId="S::nsmooha3@gatech.edu::ce9ae336-4f27-43d2-b462-2abc6746747a" providerId="AD" clId="Web-{3274D344-F9BA-4F0B-9F0C-DD0D8AC731F4}" dt="2020-11-17T14:04:38.744" v="222" actId="20577"/>
      <pc:docMkLst>
        <pc:docMk/>
      </pc:docMkLst>
      <pc:sldChg chg="modSp">
        <pc:chgData name="Smooha, Nathan A" userId="S::nsmooha3@gatech.edu::ce9ae336-4f27-43d2-b462-2abc6746747a" providerId="AD" clId="Web-{3274D344-F9BA-4F0B-9F0C-DD0D8AC731F4}" dt="2020-11-17T14:04:38.166" v="220" actId="20577"/>
        <pc:sldMkLst>
          <pc:docMk/>
          <pc:sldMk cId="109857222" sldId="256"/>
        </pc:sldMkLst>
        <pc:spChg chg="mod">
          <ac:chgData name="Smooha, Nathan A" userId="S::nsmooha3@gatech.edu::ce9ae336-4f27-43d2-b462-2abc6746747a" providerId="AD" clId="Web-{3274D344-F9BA-4F0B-9F0C-DD0D8AC731F4}" dt="2020-11-17T14:04:38.166" v="220" actId="20577"/>
          <ac:spMkLst>
            <pc:docMk/>
            <pc:sldMk cId="109857222" sldId="256"/>
            <ac:spMk id="392" creationId="{FC61A4AD-E12A-4219-ABC0-136185503ADE}"/>
          </ac:spMkLst>
        </pc:spChg>
      </pc:sldChg>
    </pc:docChg>
  </pc:docChgLst>
  <pc:docChgLst>
    <pc:chgData name="Dassanayake, Aravinda B" userId="S::adassanayake3@gatech.edu::f051a01b-b56d-413f-95e6-19e44117dd28" providerId="AD" clId="Web-{A95828DE-6F11-48B5-935E-56A95AEF4284}"/>
    <pc:docChg chg="modSld">
      <pc:chgData name="Dassanayake, Aravinda B" userId="S::adassanayake3@gatech.edu::f051a01b-b56d-413f-95e6-19e44117dd28" providerId="AD" clId="Web-{A95828DE-6F11-48B5-935E-56A95AEF4284}" dt="2020-11-08T20:52:24.347" v="37" actId="20577"/>
      <pc:docMkLst>
        <pc:docMk/>
      </pc:docMkLst>
      <pc:sldChg chg="modSp">
        <pc:chgData name="Dassanayake, Aravinda B" userId="S::adassanayake3@gatech.edu::f051a01b-b56d-413f-95e6-19e44117dd28" providerId="AD" clId="Web-{A95828DE-6F11-48B5-935E-56A95AEF4284}" dt="2020-11-08T20:52:24.347" v="36" actId="20577"/>
        <pc:sldMkLst>
          <pc:docMk/>
          <pc:sldMk cId="109857222" sldId="256"/>
        </pc:sldMkLst>
        <pc:spChg chg="mod">
          <ac:chgData name="Dassanayake, Aravinda B" userId="S::adassanayake3@gatech.edu::f051a01b-b56d-413f-95e6-19e44117dd28" providerId="AD" clId="Web-{A95828DE-6F11-48B5-935E-56A95AEF4284}" dt="2020-11-08T20:52:01.628" v="30" actId="20577"/>
          <ac:spMkLst>
            <pc:docMk/>
            <pc:sldMk cId="109857222" sldId="256"/>
            <ac:spMk id="24" creationId="{5AED4A8B-70F1-4348-A427-78719E9B6D10}"/>
          </ac:spMkLst>
        </pc:spChg>
        <pc:spChg chg="mod">
          <ac:chgData name="Dassanayake, Aravinda B" userId="S::adassanayake3@gatech.edu::f051a01b-b56d-413f-95e6-19e44117dd28" providerId="AD" clId="Web-{A95828DE-6F11-48B5-935E-56A95AEF4284}" dt="2020-11-08T20:52:24.347" v="36" actId="20577"/>
          <ac:spMkLst>
            <pc:docMk/>
            <pc:sldMk cId="109857222" sldId="256"/>
            <ac:spMk id="113" creationId="{F4734622-270C-42DE-B6AB-87F4C6CC6AED}"/>
          </ac:spMkLst>
        </pc:spChg>
      </pc:sldChg>
    </pc:docChg>
  </pc:docChgLst>
  <pc:docChgLst>
    <pc:chgData name="Smooha, Nathan A" userId="S::nsmooha3@gatech.edu::ce9ae336-4f27-43d2-b462-2abc6746747a" providerId="AD" clId="Web-{B6E68834-2362-475F-8212-D67075468D01}"/>
    <pc:docChg chg="modSld">
      <pc:chgData name="Smooha, Nathan A" userId="S::nsmooha3@gatech.edu::ce9ae336-4f27-43d2-b462-2abc6746747a" providerId="AD" clId="Web-{B6E68834-2362-475F-8212-D67075468D01}" dt="2020-11-17T05:54:17.643" v="242" actId="20577"/>
      <pc:docMkLst>
        <pc:docMk/>
      </pc:docMkLst>
      <pc:sldChg chg="modSp">
        <pc:chgData name="Smooha, Nathan A" userId="S::nsmooha3@gatech.edu::ce9ae336-4f27-43d2-b462-2abc6746747a" providerId="AD" clId="Web-{B6E68834-2362-475F-8212-D67075468D01}" dt="2020-11-17T05:54:15.206" v="240" actId="20577"/>
        <pc:sldMkLst>
          <pc:docMk/>
          <pc:sldMk cId="109857222" sldId="256"/>
        </pc:sldMkLst>
        <pc:spChg chg="mod">
          <ac:chgData name="Smooha, Nathan A" userId="S::nsmooha3@gatech.edu::ce9ae336-4f27-43d2-b462-2abc6746747a" providerId="AD" clId="Web-{B6E68834-2362-475F-8212-D67075468D01}" dt="2020-11-17T05:54:15.206" v="240"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25F4C6AA-F98B-414C-B917-5805BEA35E42}"/>
    <pc:docChg chg="modSld">
      <pc:chgData name="Smooha, Nathan A" userId="S::nsmooha3@gatech.edu::ce9ae336-4f27-43d2-b462-2abc6746747a" providerId="AD" clId="Web-{25F4C6AA-F98B-414C-B917-5805BEA35E42}" dt="2020-11-17T13:26:46.087" v="21" actId="20577"/>
      <pc:docMkLst>
        <pc:docMk/>
      </pc:docMkLst>
      <pc:sldChg chg="modSp">
        <pc:chgData name="Smooha, Nathan A" userId="S::nsmooha3@gatech.edu::ce9ae336-4f27-43d2-b462-2abc6746747a" providerId="AD" clId="Web-{25F4C6AA-F98B-414C-B917-5805BEA35E42}" dt="2020-11-17T13:26:41.149" v="19" actId="20577"/>
        <pc:sldMkLst>
          <pc:docMk/>
          <pc:sldMk cId="109857222" sldId="256"/>
        </pc:sldMkLst>
        <pc:spChg chg="mod">
          <ac:chgData name="Smooha, Nathan A" userId="S::nsmooha3@gatech.edu::ce9ae336-4f27-43d2-b462-2abc6746747a" providerId="AD" clId="Web-{25F4C6AA-F98B-414C-B917-5805BEA35E42}" dt="2020-11-17T13:26:41.149" v="19" actId="20577"/>
          <ac:spMkLst>
            <pc:docMk/>
            <pc:sldMk cId="109857222" sldId="256"/>
            <ac:spMk id="392" creationId="{FC61A4AD-E12A-4219-ABC0-136185503ADE}"/>
          </ac:spMkLst>
        </pc:spChg>
      </pc:sldChg>
    </pc:docChg>
  </pc:docChgLst>
  <pc:docChgLst>
    <pc:chgData name="Smooha, Nathan A" userId="S::nsmooha3@gatech.edu::ce9ae336-4f27-43d2-b462-2abc6746747a" providerId="AD" clId="Web-{6EAFF7A5-74FA-43C7-9B42-370AE9B20BC1}"/>
    <pc:docChg chg="modSld">
      <pc:chgData name="Smooha, Nathan A" userId="S::nsmooha3@gatech.edu::ce9ae336-4f27-43d2-b462-2abc6746747a" providerId="AD" clId="Web-{6EAFF7A5-74FA-43C7-9B42-370AE9B20BC1}" dt="2020-11-17T11:37:43.739" v="65" actId="20577"/>
      <pc:docMkLst>
        <pc:docMk/>
      </pc:docMkLst>
      <pc:sldChg chg="modSp">
        <pc:chgData name="Smooha, Nathan A" userId="S::nsmooha3@gatech.edu::ce9ae336-4f27-43d2-b462-2abc6746747a" providerId="AD" clId="Web-{6EAFF7A5-74FA-43C7-9B42-370AE9B20BC1}" dt="2020-11-17T11:37:43.380" v="63" actId="20577"/>
        <pc:sldMkLst>
          <pc:docMk/>
          <pc:sldMk cId="109857222" sldId="256"/>
        </pc:sldMkLst>
        <pc:spChg chg="mod">
          <ac:chgData name="Smooha, Nathan A" userId="S::nsmooha3@gatech.edu::ce9ae336-4f27-43d2-b462-2abc6746747a" providerId="AD" clId="Web-{6EAFF7A5-74FA-43C7-9B42-370AE9B20BC1}" dt="2020-11-17T11:32:25.918" v="6" actId="1076"/>
          <ac:spMkLst>
            <pc:docMk/>
            <pc:sldMk cId="109857222" sldId="256"/>
            <ac:spMk id="12" creationId="{EE43B342-DE2A-4785-AFAB-6DE599AC5AFF}"/>
          </ac:spMkLst>
        </pc:spChg>
        <pc:spChg chg="mod">
          <ac:chgData name="Smooha, Nathan A" userId="S::nsmooha3@gatech.edu::ce9ae336-4f27-43d2-b462-2abc6746747a" providerId="AD" clId="Web-{6EAFF7A5-74FA-43C7-9B42-370AE9B20BC1}" dt="2020-11-17T11:32:35.247" v="7" actId="1076"/>
          <ac:spMkLst>
            <pc:docMk/>
            <pc:sldMk cId="109857222" sldId="256"/>
            <ac:spMk id="18" creationId="{BA4FA3BF-55E2-4149-A7A2-40642A856AA4}"/>
          </ac:spMkLst>
        </pc:spChg>
        <pc:spChg chg="mod">
          <ac:chgData name="Smooha, Nathan A" userId="S::nsmooha3@gatech.edu::ce9ae336-4f27-43d2-b462-2abc6746747a" providerId="AD" clId="Web-{6EAFF7A5-74FA-43C7-9B42-370AE9B20BC1}" dt="2020-11-17T11:37:43.380" v="63" actId="20577"/>
          <ac:spMkLst>
            <pc:docMk/>
            <pc:sldMk cId="109857222" sldId="256"/>
            <ac:spMk id="130" creationId="{9F4F9728-41A4-43A0-A17A-FD3B6D901143}"/>
          </ac:spMkLst>
        </pc:spChg>
        <pc:spChg chg="mod">
          <ac:chgData name="Smooha, Nathan A" userId="S::nsmooha3@gatech.edu::ce9ae336-4f27-43d2-b462-2abc6746747a" providerId="AD" clId="Web-{6EAFF7A5-74FA-43C7-9B42-370AE9B20BC1}" dt="2020-11-17T11:37:21.504" v="59" actId="20577"/>
          <ac:spMkLst>
            <pc:docMk/>
            <pc:sldMk cId="109857222" sldId="256"/>
            <ac:spMk id="131" creationId="{4BAE80FA-BC9E-411B-ABF5-B3D721E9E875}"/>
          </ac:spMkLst>
        </pc:spChg>
        <pc:spChg chg="mod">
          <ac:chgData name="Smooha, Nathan A" userId="S::nsmooha3@gatech.edu::ce9ae336-4f27-43d2-b462-2abc6746747a" providerId="AD" clId="Web-{6EAFF7A5-74FA-43C7-9B42-370AE9B20BC1}" dt="2020-11-17T11:35:26.251" v="22" actId="20577"/>
          <ac:spMkLst>
            <pc:docMk/>
            <pc:sldMk cId="109857222" sldId="256"/>
            <ac:spMk id="392" creationId="{FC61A4AD-E12A-4219-ABC0-136185503ADE}"/>
          </ac:spMkLst>
        </pc:spChg>
        <pc:grpChg chg="mod">
          <ac:chgData name="Smooha, Nathan A" userId="S::nsmooha3@gatech.edu::ce9ae336-4f27-43d2-b462-2abc6746747a" providerId="AD" clId="Web-{6EAFF7A5-74FA-43C7-9B42-370AE9B20BC1}" dt="2020-11-17T11:33:01.966" v="9" actId="1076"/>
          <ac:grpSpMkLst>
            <pc:docMk/>
            <pc:sldMk cId="109857222" sldId="256"/>
            <ac:grpSpMk id="114" creationId="{CF906A27-913D-4F33-9E15-4B3ADE343D24}"/>
          </ac:grpSpMkLst>
        </pc:grpChg>
      </pc:sldChg>
    </pc:docChg>
  </pc:docChgLst>
  <pc:docChgLst>
    <pc:chgData name="Smooha, Nathan A" userId="S::nsmooha3@gatech.edu::ce9ae336-4f27-43d2-b462-2abc6746747a" providerId="AD" clId="Web-{00613DCD-1D47-4396-A040-4A6C8F6CF419}"/>
    <pc:docChg chg="modSld">
      <pc:chgData name="Smooha, Nathan A" userId="S::nsmooha3@gatech.edu::ce9ae336-4f27-43d2-b462-2abc6746747a" providerId="AD" clId="Web-{00613DCD-1D47-4396-A040-4A6C8F6CF419}" dt="2020-11-17T05:05:18.441" v="139" actId="20577"/>
      <pc:docMkLst>
        <pc:docMk/>
      </pc:docMkLst>
      <pc:sldChg chg="modSp">
        <pc:chgData name="Smooha, Nathan A" userId="S::nsmooha3@gatech.edu::ce9ae336-4f27-43d2-b462-2abc6746747a" providerId="AD" clId="Web-{00613DCD-1D47-4396-A040-4A6C8F6CF419}" dt="2020-11-17T05:05:18.441" v="138" actId="20577"/>
        <pc:sldMkLst>
          <pc:docMk/>
          <pc:sldMk cId="109857222" sldId="256"/>
        </pc:sldMkLst>
        <pc:spChg chg="mod">
          <ac:chgData name="Smooha, Nathan A" userId="S::nsmooha3@gatech.edu::ce9ae336-4f27-43d2-b462-2abc6746747a" providerId="AD" clId="Web-{00613DCD-1D47-4396-A040-4A6C8F6CF419}" dt="2020-11-17T05:05:18.441" v="138" actId="20577"/>
          <ac:spMkLst>
            <pc:docMk/>
            <pc:sldMk cId="109857222" sldId="256"/>
            <ac:spMk id="12" creationId="{EE43B342-DE2A-4785-AFAB-6DE599AC5A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8689D8-9647-45BB-9DEF-F55143F826CE}" type="datetimeFigureOut">
              <a:rPr lang="en-US" smtClean="0"/>
              <a:t>11/17/20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10108F-8551-4FE8-9680-B8A27075CFF1}" type="slidenum">
              <a:rPr lang="en-US" smtClean="0"/>
              <a:t>‹#›</a:t>
            </a:fld>
            <a:endParaRPr lang="en-US"/>
          </a:p>
        </p:txBody>
      </p:sp>
    </p:spTree>
    <p:extLst>
      <p:ext uri="{BB962C8B-B14F-4D97-AF65-F5344CB8AC3E}">
        <p14:creationId xmlns:p14="http://schemas.microsoft.com/office/powerpoint/2010/main" val="1294319064"/>
      </p:ext>
    </p:extLst>
  </p:cSld>
  <p:clrMap bg1="lt1" tx1="dk1" bg2="lt2" tx2="dk2" accent1="accent1" accent2="accent2" accent3="accent3" accent4="accent4" accent5="accent5" accent6="accent6" hlink="hlink" folHlink="folHlink"/>
  <p:notesStyle>
    <a:lvl1pPr marL="0" algn="l" defTabSz="3072384" rtl="0" eaLnBrk="1" latinLnBrk="0" hangingPunct="1">
      <a:defRPr sz="4032" kern="1200">
        <a:solidFill>
          <a:schemeClr val="tx1"/>
        </a:solidFill>
        <a:latin typeface="+mn-lt"/>
        <a:ea typeface="+mn-ea"/>
        <a:cs typeface="+mn-cs"/>
      </a:defRPr>
    </a:lvl1pPr>
    <a:lvl2pPr marL="1536192" algn="l" defTabSz="3072384" rtl="0" eaLnBrk="1" latinLnBrk="0" hangingPunct="1">
      <a:defRPr sz="4032" kern="1200">
        <a:solidFill>
          <a:schemeClr val="tx1"/>
        </a:solidFill>
        <a:latin typeface="+mn-lt"/>
        <a:ea typeface="+mn-ea"/>
        <a:cs typeface="+mn-cs"/>
      </a:defRPr>
    </a:lvl2pPr>
    <a:lvl3pPr marL="3072384" algn="l" defTabSz="3072384" rtl="0" eaLnBrk="1" latinLnBrk="0" hangingPunct="1">
      <a:defRPr sz="4032" kern="1200">
        <a:solidFill>
          <a:schemeClr val="tx1"/>
        </a:solidFill>
        <a:latin typeface="+mn-lt"/>
        <a:ea typeface="+mn-ea"/>
        <a:cs typeface="+mn-cs"/>
      </a:defRPr>
    </a:lvl3pPr>
    <a:lvl4pPr marL="4608576" algn="l" defTabSz="3072384" rtl="0" eaLnBrk="1" latinLnBrk="0" hangingPunct="1">
      <a:defRPr sz="4032" kern="1200">
        <a:solidFill>
          <a:schemeClr val="tx1"/>
        </a:solidFill>
        <a:latin typeface="+mn-lt"/>
        <a:ea typeface="+mn-ea"/>
        <a:cs typeface="+mn-cs"/>
      </a:defRPr>
    </a:lvl4pPr>
    <a:lvl5pPr marL="6144768" algn="l" defTabSz="3072384" rtl="0" eaLnBrk="1" latinLnBrk="0" hangingPunct="1">
      <a:defRPr sz="4032" kern="1200">
        <a:solidFill>
          <a:schemeClr val="tx1"/>
        </a:solidFill>
        <a:latin typeface="+mn-lt"/>
        <a:ea typeface="+mn-ea"/>
        <a:cs typeface="+mn-cs"/>
      </a:defRPr>
    </a:lvl5pPr>
    <a:lvl6pPr marL="7680960" algn="l" defTabSz="3072384" rtl="0" eaLnBrk="1" latinLnBrk="0" hangingPunct="1">
      <a:defRPr sz="4032" kern="1200">
        <a:solidFill>
          <a:schemeClr val="tx1"/>
        </a:solidFill>
        <a:latin typeface="+mn-lt"/>
        <a:ea typeface="+mn-ea"/>
        <a:cs typeface="+mn-cs"/>
      </a:defRPr>
    </a:lvl6pPr>
    <a:lvl7pPr marL="9217152" algn="l" defTabSz="3072384" rtl="0" eaLnBrk="1" latinLnBrk="0" hangingPunct="1">
      <a:defRPr sz="4032" kern="1200">
        <a:solidFill>
          <a:schemeClr val="tx1"/>
        </a:solidFill>
        <a:latin typeface="+mn-lt"/>
        <a:ea typeface="+mn-ea"/>
        <a:cs typeface="+mn-cs"/>
      </a:defRPr>
    </a:lvl7pPr>
    <a:lvl8pPr marL="10753344" algn="l" defTabSz="3072384" rtl="0" eaLnBrk="1" latinLnBrk="0" hangingPunct="1">
      <a:defRPr sz="4032" kern="1200">
        <a:solidFill>
          <a:schemeClr val="tx1"/>
        </a:solidFill>
        <a:latin typeface="+mn-lt"/>
        <a:ea typeface="+mn-ea"/>
        <a:cs typeface="+mn-cs"/>
      </a:defRPr>
    </a:lvl8pPr>
    <a:lvl9pPr marL="12289536" algn="l" defTabSz="3072384" rtl="0" eaLnBrk="1" latinLnBrk="0" hangingPunct="1">
      <a:defRPr sz="4032"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Presentation delivery: </a:t>
            </a:r>
          </a:p>
          <a:p>
            <a:r>
              <a:rPr lang="en-US" dirty="0"/>
              <a:t>5% Finished on time? </a:t>
            </a:r>
          </a:p>
          <a:p>
            <a:r>
              <a:rPr lang="en-US" dirty="0"/>
              <a:t>5% Spoke clearly and at a good pace?</a:t>
            </a:r>
          </a:p>
          <a:p>
            <a:endParaRPr lang="en-US" dirty="0"/>
          </a:p>
          <a:p>
            <a:r>
              <a:rPr lang="en-US" dirty="0"/>
              <a:t>Poster Design: </a:t>
            </a:r>
          </a:p>
          <a:p>
            <a:r>
              <a:rPr lang="en-US" dirty="0"/>
              <a:t>5% Layout/organization (Clear headings? Easy to follow?) </a:t>
            </a:r>
          </a:p>
          <a:p>
            <a:r>
              <a:rPr lang="en-US" dirty="0"/>
              <a:t>5% Use of text (Succinct or verbose?) </a:t>
            </a:r>
          </a:p>
          <a:p>
            <a:r>
              <a:rPr lang="en-US" dirty="0"/>
              <a:t>5% Use of graphics (Are they relevant? Do they help you better understand the project's approaches and ideas?) </a:t>
            </a:r>
          </a:p>
          <a:p>
            <a:r>
              <a:rPr lang="en-US" dirty="0"/>
              <a:t>5% Legibility (Is the text and figures too small?) </a:t>
            </a:r>
          </a:p>
          <a:p>
            <a:r>
              <a:rPr lang="en-US" dirty="0"/>
              <a:t>5% Grammar and spelling</a:t>
            </a:r>
          </a:p>
          <a:p>
            <a:endParaRPr lang="en-US" dirty="0"/>
          </a:p>
        </p:txBody>
      </p:sp>
      <p:sp>
        <p:nvSpPr>
          <p:cNvPr id="4" name="Slide Number Placeholder 3"/>
          <p:cNvSpPr>
            <a:spLocks noGrp="1"/>
          </p:cNvSpPr>
          <p:nvPr>
            <p:ph type="sldNum" sz="quarter" idx="5"/>
          </p:nvPr>
        </p:nvSpPr>
        <p:spPr/>
        <p:txBody>
          <a:bodyPr/>
          <a:lstStyle/>
          <a:p>
            <a:fld id="{5010108F-8551-4FE8-9680-B8A27075CFF1}" type="slidenum">
              <a:rPr lang="en-US" smtClean="0"/>
              <a:t>1</a:t>
            </a:fld>
            <a:endParaRPr lang="en-US"/>
          </a:p>
        </p:txBody>
      </p:sp>
    </p:spTree>
    <p:extLst>
      <p:ext uri="{BB962C8B-B14F-4D97-AF65-F5344CB8AC3E}">
        <p14:creationId xmlns:p14="http://schemas.microsoft.com/office/powerpoint/2010/main" val="2584113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489452"/>
            <a:ext cx="31089600" cy="9550400"/>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4408152"/>
            <a:ext cx="27432000" cy="6623048"/>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156322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1181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6838958"/>
            <a:ext cx="31546800" cy="1141094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8357858"/>
            <a:ext cx="31546800" cy="6000748"/>
          </a:xfrm>
        </p:spPr>
        <p:txBody>
          <a:bodyPr/>
          <a:lstStyle>
            <a:lvl1pPr marL="0" indent="0">
              <a:buNone/>
              <a:defRPr sz="9600">
                <a:solidFill>
                  <a:schemeClr val="tx1"/>
                </a:solidFill>
              </a:defRPr>
            </a:lvl1pPr>
            <a:lvl2pPr marL="1828800" indent="0">
              <a:buNone/>
              <a:defRPr sz="8000">
                <a:solidFill>
                  <a:schemeClr val="tx1">
                    <a:tint val="75000"/>
                  </a:schemeClr>
                </a:solidFill>
              </a:defRPr>
            </a:lvl2pPr>
            <a:lvl3pPr marL="3657600" indent="0">
              <a:buNone/>
              <a:defRPr sz="7200">
                <a:solidFill>
                  <a:schemeClr val="tx1">
                    <a:tint val="75000"/>
                  </a:schemeClr>
                </a:solidFill>
              </a:defRPr>
            </a:lvl3pPr>
            <a:lvl4pPr marL="5486400" indent="0">
              <a:buNone/>
              <a:defRPr sz="6400">
                <a:solidFill>
                  <a:schemeClr val="tx1">
                    <a:tint val="75000"/>
                  </a:schemeClr>
                </a:solidFill>
              </a:defRPr>
            </a:lvl4pPr>
            <a:lvl5pPr marL="7315200" indent="0">
              <a:buNone/>
              <a:defRPr sz="6400">
                <a:solidFill>
                  <a:schemeClr val="tx1">
                    <a:tint val="75000"/>
                  </a:schemeClr>
                </a:solidFill>
              </a:defRPr>
            </a:lvl5pPr>
            <a:lvl6pPr marL="9144000" indent="0">
              <a:buNone/>
              <a:defRPr sz="6400">
                <a:solidFill>
                  <a:schemeClr val="tx1">
                    <a:tint val="75000"/>
                  </a:schemeClr>
                </a:solidFill>
              </a:defRPr>
            </a:lvl6pPr>
            <a:lvl7pPr marL="10972800" indent="0">
              <a:buNone/>
              <a:defRPr sz="6400">
                <a:solidFill>
                  <a:schemeClr val="tx1">
                    <a:tint val="75000"/>
                  </a:schemeClr>
                </a:solidFill>
              </a:defRPr>
            </a:lvl7pPr>
            <a:lvl8pPr marL="12801600" indent="0">
              <a:buNone/>
              <a:defRPr sz="6400">
                <a:solidFill>
                  <a:schemeClr val="tx1">
                    <a:tint val="75000"/>
                  </a:schemeClr>
                </a:solidFill>
              </a:defRPr>
            </a:lvl8pPr>
            <a:lvl9pPr marL="14630400" indent="0">
              <a:buNone/>
              <a:defRPr sz="6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96011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8658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460506"/>
            <a:ext cx="3154680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6724652"/>
            <a:ext cx="15473360"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020300"/>
            <a:ext cx="15473360"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6724652"/>
            <a:ext cx="15549564"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020300"/>
            <a:ext cx="15549564"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11/17/20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98486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11/17/20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12760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11/17/20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25265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3949706"/>
            <a:ext cx="18516600" cy="19494500"/>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000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3949706"/>
            <a:ext cx="18516600" cy="19494500"/>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11/17/20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01827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835966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460500"/>
            <a:ext cx="7886700"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3" y="1460500"/>
            <a:ext cx="232029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11/17/20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37566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460506"/>
            <a:ext cx="3154680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302500"/>
            <a:ext cx="315468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5425406"/>
            <a:ext cx="8229600" cy="1460500"/>
          </a:xfrm>
          <a:prstGeom prst="rect">
            <a:avLst/>
          </a:prstGeom>
        </p:spPr>
        <p:txBody>
          <a:bodyPr vert="horz" lIns="91440" tIns="45720" rIns="91440" bIns="45720" rtlCol="0" anchor="ctr"/>
          <a:lstStyle>
            <a:lvl1pPr algn="l">
              <a:defRPr sz="4800">
                <a:solidFill>
                  <a:schemeClr val="tx1">
                    <a:tint val="75000"/>
                  </a:schemeClr>
                </a:solidFill>
              </a:defRPr>
            </a:lvl1pPr>
          </a:lstStyle>
          <a:p>
            <a:fld id="{846CE7D5-CF57-46EF-B807-FDD0502418D4}" type="datetimeFigureOut">
              <a:rPr lang="en-US" smtClean="0"/>
              <a:t>11/17/20</a:t>
            </a:fld>
            <a:endParaRPr lang="en-US"/>
          </a:p>
        </p:txBody>
      </p:sp>
      <p:sp>
        <p:nvSpPr>
          <p:cNvPr id="5" name="Footer Placeholder 4"/>
          <p:cNvSpPr>
            <a:spLocks noGrp="1"/>
          </p:cNvSpPr>
          <p:nvPr>
            <p:ph type="ftr" sz="quarter" idx="3"/>
          </p:nvPr>
        </p:nvSpPr>
        <p:spPr>
          <a:xfrm>
            <a:off x="12115800" y="25425406"/>
            <a:ext cx="12344400" cy="1460500"/>
          </a:xfrm>
          <a:prstGeom prst="rect">
            <a:avLst/>
          </a:prstGeom>
        </p:spPr>
        <p:txBody>
          <a:bodyPr vert="horz" lIns="91440" tIns="45720" rIns="91440" bIns="45720" rtlCol="0" anchor="ctr"/>
          <a:lstStyle>
            <a:lvl1pPr algn="ctr">
              <a:defRPr sz="4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5831800" y="25425406"/>
            <a:ext cx="8229600" cy="1460500"/>
          </a:xfrm>
          <a:prstGeom prst="rect">
            <a:avLst/>
          </a:prstGeom>
        </p:spPr>
        <p:txBody>
          <a:bodyPr vert="horz" lIns="91440" tIns="45720" rIns="91440" bIns="45720" rtlCol="0" anchor="ctr"/>
          <a:lstStyle>
            <a:lvl1pPr algn="r">
              <a:defRPr sz="48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628361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EA5189-F317-4648-9B82-E077C43572D3}"/>
              </a:ext>
            </a:extLst>
          </p:cNvPr>
          <p:cNvSpPr/>
          <p:nvPr/>
        </p:nvSpPr>
        <p:spPr>
          <a:xfrm>
            <a:off x="279399" y="3866804"/>
            <a:ext cx="11947221" cy="8585616"/>
          </a:xfrm>
          <a:prstGeom prst="rect">
            <a:avLst/>
          </a:prstGeom>
          <a:solidFill>
            <a:srgbClr val="00B4CC">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AutoShape 2">
            <a:extLst>
              <a:ext uri="{FF2B5EF4-FFF2-40B4-BE49-F238E27FC236}">
                <a16:creationId xmlns:a16="http://schemas.microsoft.com/office/drawing/2014/main" id="{5764D483-4484-4DFA-A86D-FF83149F4770}"/>
              </a:ext>
            </a:extLst>
          </p:cNvPr>
          <p:cNvSpPr>
            <a:spLocks noChangeAspect="1" noChangeArrowheads="1"/>
          </p:cNvSpPr>
          <p:nvPr/>
        </p:nvSpPr>
        <p:spPr bwMode="auto">
          <a:xfrm>
            <a:off x="15430500" y="12525375"/>
            <a:ext cx="5715000" cy="238125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descr="Logo&#10;&#10;Description automatically generated">
            <a:extLst>
              <a:ext uri="{FF2B5EF4-FFF2-40B4-BE49-F238E27FC236}">
                <a16:creationId xmlns:a16="http://schemas.microsoft.com/office/drawing/2014/main" id="{DDDF2CBF-99D1-40F4-89DD-45FA4B65EF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270934"/>
            <a:ext cx="8209284" cy="3420535"/>
          </a:xfrm>
          <a:prstGeom prst="rect">
            <a:avLst/>
          </a:prstGeom>
        </p:spPr>
      </p:pic>
      <p:sp>
        <p:nvSpPr>
          <p:cNvPr id="8" name="TextBox 7">
            <a:extLst>
              <a:ext uri="{FF2B5EF4-FFF2-40B4-BE49-F238E27FC236}">
                <a16:creationId xmlns:a16="http://schemas.microsoft.com/office/drawing/2014/main" id="{033CDF06-2CC7-4F88-AA9E-B26C8CB60326}"/>
              </a:ext>
            </a:extLst>
          </p:cNvPr>
          <p:cNvSpPr txBox="1"/>
          <p:nvPr/>
        </p:nvSpPr>
        <p:spPr>
          <a:xfrm>
            <a:off x="8818887" y="142801"/>
            <a:ext cx="27757115" cy="3539430"/>
          </a:xfrm>
          <a:prstGeom prst="rect">
            <a:avLst/>
          </a:prstGeom>
          <a:noFill/>
        </p:spPr>
        <p:txBody>
          <a:bodyPr wrap="square" rtlCol="0">
            <a:spAutoFit/>
          </a:bodyPr>
          <a:lstStyle/>
          <a:p>
            <a:r>
              <a:rPr lang="en-US" sz="8800" dirty="0">
                <a:solidFill>
                  <a:srgbClr val="00B4CC"/>
                </a:solidFill>
              </a:rPr>
              <a:t>A Clustering-Based Approach Incorporating Census and Amenities Data to Find the Best Neighborhood to Live</a:t>
            </a:r>
          </a:p>
          <a:p>
            <a:r>
              <a:rPr lang="en-US" sz="4800" dirty="0">
                <a:solidFill>
                  <a:srgbClr val="00B4CC"/>
                </a:solidFill>
              </a:rPr>
              <a:t>Amelia Bell, Michael Bodie, Aravinda Dassanayake, Joseph Janicki, Riesling Meyer, and Nathan Smooha</a:t>
            </a:r>
          </a:p>
        </p:txBody>
      </p:sp>
      <p:sp>
        <p:nvSpPr>
          <p:cNvPr id="11" name="TextBox 10">
            <a:extLst>
              <a:ext uri="{FF2B5EF4-FFF2-40B4-BE49-F238E27FC236}">
                <a16:creationId xmlns:a16="http://schemas.microsoft.com/office/drawing/2014/main" id="{56C95DBF-9F8B-45DC-A021-AD08BE4A627D}"/>
              </a:ext>
            </a:extLst>
          </p:cNvPr>
          <p:cNvSpPr txBox="1"/>
          <p:nvPr/>
        </p:nvSpPr>
        <p:spPr>
          <a:xfrm>
            <a:off x="4753473" y="3764261"/>
            <a:ext cx="2999071" cy="830997"/>
          </a:xfrm>
          <a:prstGeom prst="rect">
            <a:avLst/>
          </a:prstGeom>
          <a:noFill/>
        </p:spPr>
        <p:txBody>
          <a:bodyPr wrap="square" rtlCol="0">
            <a:spAutoFit/>
          </a:bodyPr>
          <a:lstStyle/>
          <a:p>
            <a:pPr algn="ctr"/>
            <a:r>
              <a:rPr lang="en-US" sz="4800" b="1" dirty="0"/>
              <a:t>Motivation</a:t>
            </a:r>
          </a:p>
        </p:txBody>
      </p:sp>
      <p:sp>
        <p:nvSpPr>
          <p:cNvPr id="12" name="TextBox 11">
            <a:extLst>
              <a:ext uri="{FF2B5EF4-FFF2-40B4-BE49-F238E27FC236}">
                <a16:creationId xmlns:a16="http://schemas.microsoft.com/office/drawing/2014/main" id="{EE43B342-DE2A-4785-AFAB-6DE599AC5AFF}"/>
              </a:ext>
            </a:extLst>
          </p:cNvPr>
          <p:cNvSpPr txBox="1"/>
          <p:nvPr/>
        </p:nvSpPr>
        <p:spPr>
          <a:xfrm>
            <a:off x="643329" y="4376886"/>
            <a:ext cx="11215705" cy="7786747"/>
          </a:xfrm>
          <a:prstGeom prst="rect">
            <a:avLst/>
          </a:prstGeom>
          <a:noFill/>
        </p:spPr>
        <p:txBody>
          <a:bodyPr wrap="square" lIns="91440" tIns="45720" rIns="91440" bIns="45720" rtlCol="0" anchor="t">
            <a:spAutoFit/>
          </a:bodyPr>
          <a:lstStyle/>
          <a:p>
            <a:pPr>
              <a:spcAft>
                <a:spcPts val="1200"/>
              </a:spcAft>
            </a:pPr>
            <a:r>
              <a:rPr lang="en-US" sz="3200" dirty="0"/>
              <a:t>According to Census data, relocation in America is at its lowest rate on record</a:t>
            </a:r>
            <a:r>
              <a:rPr lang="en-US" sz="3200" baseline="30000" dirty="0"/>
              <a:t>1</a:t>
            </a:r>
            <a:r>
              <a:rPr lang="en-US" sz="3200" dirty="0"/>
              <a:t>. This is concerning because the lack of people moving for work could negatively impact the economy</a:t>
            </a:r>
            <a:r>
              <a:rPr lang="en-US" sz="3200" baseline="30000" dirty="0"/>
              <a:t>2</a:t>
            </a:r>
            <a:r>
              <a:rPr lang="en-US" sz="3200" dirty="0"/>
              <a:t>. Still, trying to find the right place to live can be difficult.</a:t>
            </a:r>
          </a:p>
          <a:p>
            <a:pPr>
              <a:spcAft>
                <a:spcPts val="1200"/>
              </a:spcAft>
            </a:pPr>
            <a:r>
              <a:rPr lang="en-US" sz="3200" dirty="0"/>
              <a:t>Current tools do not consider nuances between neighborhoods while simultaneously offering personalized suggestions. Also, they lack interactive visualizations and </a:t>
            </a:r>
            <a:r>
              <a:rPr lang="en-US" sz="3200" dirty="0">
                <a:ea typeface="+mn-lt"/>
                <a:cs typeface="+mn-lt"/>
              </a:rPr>
              <a:t>data on essential services, like grocery stores</a:t>
            </a:r>
            <a:r>
              <a:rPr lang="en-US" sz="3200" dirty="0"/>
              <a:t>. “Top City” lists are too broad and impersonal</a:t>
            </a:r>
            <a:r>
              <a:rPr lang="en-US" sz="3200" baseline="30000" dirty="0"/>
              <a:t>3</a:t>
            </a:r>
            <a:r>
              <a:rPr lang="en-US" sz="3200" dirty="0"/>
              <a:t>, and people</a:t>
            </a:r>
            <a:r>
              <a:rPr lang="en-US" sz="3200" dirty="0">
                <a:ea typeface="+mn-lt"/>
                <a:cs typeface="+mn-lt"/>
              </a:rPr>
              <a:t> may not know what factors are important to them.</a:t>
            </a:r>
            <a:endParaRPr lang="en-US" sz="3200" dirty="0">
              <a:ea typeface="+mn-lt"/>
              <a:cs typeface="Calibri"/>
            </a:endParaRPr>
          </a:p>
          <a:p>
            <a:pPr>
              <a:spcAft>
                <a:spcPts val="1200"/>
              </a:spcAft>
            </a:pPr>
            <a:r>
              <a:rPr lang="en-US" sz="3200" dirty="0">
                <a:ea typeface="+mn-lt"/>
                <a:cs typeface="Calibri"/>
              </a:rPr>
              <a:t>So, our team developed </a:t>
            </a:r>
            <a:r>
              <a:rPr lang="en-US" sz="3200" b="1" dirty="0">
                <a:solidFill>
                  <a:srgbClr val="00B4CC"/>
                </a:solidFill>
                <a:ea typeface="+mn-lt"/>
                <a:cs typeface="+mn-lt"/>
              </a:rPr>
              <a:t>RELO</a:t>
            </a:r>
            <a:r>
              <a:rPr lang="en-US" sz="3200" dirty="0">
                <a:ea typeface="+mn-lt"/>
                <a:cs typeface="Calibri"/>
              </a:rPr>
              <a:t>, a visualization tool that helps people find the right neighborhood used Census and </a:t>
            </a:r>
            <a:r>
              <a:rPr lang="en-US" sz="3200" dirty="0" err="1">
                <a:ea typeface="+mn-lt"/>
                <a:cs typeface="Calibri"/>
              </a:rPr>
              <a:t>amentities</a:t>
            </a:r>
            <a:r>
              <a:rPr lang="en-US" sz="3200" dirty="0">
                <a:ea typeface="+mn-lt"/>
                <a:cs typeface="Calibri"/>
              </a:rPr>
              <a:t> data. It is an interactive application that provides users with useful and personalized information on new areas based on ones they already know and love. </a:t>
            </a:r>
            <a:r>
              <a:rPr lang="en-US" sz="3200" b="1" dirty="0">
                <a:solidFill>
                  <a:srgbClr val="00B4CC"/>
                </a:solidFill>
                <a:ea typeface="+mn-lt"/>
                <a:cs typeface="+mn-lt"/>
              </a:rPr>
              <a:t>RELO</a:t>
            </a:r>
            <a:r>
              <a:rPr lang="en-US" sz="3200" dirty="0">
                <a:ea typeface="+mn-lt"/>
                <a:cs typeface="Calibri"/>
              </a:rPr>
              <a:t> will give people the confidence to relocate when the might have been hesitant to before.</a:t>
            </a:r>
            <a:endParaRPr lang="en-US" sz="3200" dirty="0">
              <a:ea typeface="+mn-lt"/>
              <a:cs typeface="+mn-lt"/>
            </a:endParaRPr>
          </a:p>
        </p:txBody>
      </p:sp>
      <p:sp>
        <p:nvSpPr>
          <p:cNvPr id="14" name="Rectangle 13">
            <a:extLst>
              <a:ext uri="{FF2B5EF4-FFF2-40B4-BE49-F238E27FC236}">
                <a16:creationId xmlns:a16="http://schemas.microsoft.com/office/drawing/2014/main" id="{A24EF8AF-B6A2-4956-914E-5EDB7423D2CF}"/>
              </a:ext>
            </a:extLst>
          </p:cNvPr>
          <p:cNvSpPr/>
          <p:nvPr/>
        </p:nvSpPr>
        <p:spPr>
          <a:xfrm>
            <a:off x="12378267" y="3866802"/>
            <a:ext cx="11819466" cy="8616089"/>
          </a:xfrm>
          <a:prstGeom prst="rect">
            <a:avLst/>
          </a:prstGeom>
          <a:noFill/>
          <a:ln>
            <a:solidFill>
              <a:srgbClr val="00B4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Box 15">
            <a:extLst>
              <a:ext uri="{FF2B5EF4-FFF2-40B4-BE49-F238E27FC236}">
                <a16:creationId xmlns:a16="http://schemas.microsoft.com/office/drawing/2014/main" id="{92733FBA-0BC5-4C79-9D5D-139F837F837E}"/>
              </a:ext>
            </a:extLst>
          </p:cNvPr>
          <p:cNvSpPr txBox="1"/>
          <p:nvPr/>
        </p:nvSpPr>
        <p:spPr>
          <a:xfrm>
            <a:off x="14526262" y="3798125"/>
            <a:ext cx="7523476" cy="830997"/>
          </a:xfrm>
          <a:prstGeom prst="rect">
            <a:avLst/>
          </a:prstGeom>
          <a:noFill/>
        </p:spPr>
        <p:txBody>
          <a:bodyPr wrap="square" rtlCol="0">
            <a:spAutoFit/>
          </a:bodyPr>
          <a:lstStyle/>
          <a:p>
            <a:pPr algn="ctr"/>
            <a:r>
              <a:rPr lang="en-US" sz="4800" b="1" dirty="0"/>
              <a:t>Census Data</a:t>
            </a:r>
          </a:p>
        </p:txBody>
      </p:sp>
      <p:sp>
        <p:nvSpPr>
          <p:cNvPr id="18" name="TextBox 17">
            <a:extLst>
              <a:ext uri="{FF2B5EF4-FFF2-40B4-BE49-F238E27FC236}">
                <a16:creationId xmlns:a16="http://schemas.microsoft.com/office/drawing/2014/main" id="{BA4FA3BF-55E2-4149-A7A2-40642A856AA4}"/>
              </a:ext>
            </a:extLst>
          </p:cNvPr>
          <p:cNvSpPr txBox="1"/>
          <p:nvPr/>
        </p:nvSpPr>
        <p:spPr>
          <a:xfrm>
            <a:off x="12604373" y="4505925"/>
            <a:ext cx="11635481" cy="1077218"/>
          </a:xfrm>
          <a:prstGeom prst="rect">
            <a:avLst/>
          </a:prstGeom>
          <a:noFill/>
        </p:spPr>
        <p:txBody>
          <a:bodyPr wrap="square" lIns="91440" tIns="45720" rIns="91440" bIns="45720" rtlCol="0" anchor="t">
            <a:spAutoFit/>
          </a:bodyPr>
          <a:lstStyle/>
          <a:p>
            <a:r>
              <a:rPr lang="en-US" sz="3200" dirty="0"/>
              <a:t>We used Census data from the </a:t>
            </a:r>
            <a:r>
              <a:rPr lang="en-US" sz="3200" dirty="0">
                <a:ea typeface="+mn-lt"/>
                <a:cs typeface="+mn-lt"/>
              </a:rPr>
              <a:t>5-year American Community Survey Responses for 2018</a:t>
            </a:r>
            <a:r>
              <a:rPr lang="en-US" sz="3200" dirty="0"/>
              <a:t>, which was downloaded from data.census.gov</a:t>
            </a:r>
          </a:p>
        </p:txBody>
      </p:sp>
      <p:sp>
        <p:nvSpPr>
          <p:cNvPr id="20" name="Rectangle 19">
            <a:extLst>
              <a:ext uri="{FF2B5EF4-FFF2-40B4-BE49-F238E27FC236}">
                <a16:creationId xmlns:a16="http://schemas.microsoft.com/office/drawing/2014/main" id="{EBEA1970-1CF2-4254-BD2F-6671E90C69D0}"/>
              </a:ext>
            </a:extLst>
          </p:cNvPr>
          <p:cNvSpPr/>
          <p:nvPr/>
        </p:nvSpPr>
        <p:spPr>
          <a:xfrm>
            <a:off x="24350133" y="3866804"/>
            <a:ext cx="11946466" cy="8616088"/>
          </a:xfrm>
          <a:prstGeom prst="rect">
            <a:avLst/>
          </a:prstGeom>
          <a:noFill/>
          <a:ln>
            <a:solidFill>
              <a:srgbClr val="00B4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D7FC9225-34E6-4D3D-94A4-6246B6158FC1}"/>
              </a:ext>
            </a:extLst>
          </p:cNvPr>
          <p:cNvSpPr txBox="1"/>
          <p:nvPr/>
        </p:nvSpPr>
        <p:spPr>
          <a:xfrm>
            <a:off x="27057181" y="3798125"/>
            <a:ext cx="6659370" cy="830997"/>
          </a:xfrm>
          <a:prstGeom prst="rect">
            <a:avLst/>
          </a:prstGeom>
          <a:noFill/>
        </p:spPr>
        <p:txBody>
          <a:bodyPr wrap="square" rtlCol="0">
            <a:spAutoFit/>
          </a:bodyPr>
          <a:lstStyle/>
          <a:p>
            <a:pPr algn="ctr"/>
            <a:r>
              <a:rPr lang="en-US" sz="4800" b="1" dirty="0"/>
              <a:t>Amenities Data</a:t>
            </a:r>
          </a:p>
        </p:txBody>
      </p:sp>
      <p:sp>
        <p:nvSpPr>
          <p:cNvPr id="24" name="TextBox 23">
            <a:extLst>
              <a:ext uri="{FF2B5EF4-FFF2-40B4-BE49-F238E27FC236}">
                <a16:creationId xmlns:a16="http://schemas.microsoft.com/office/drawing/2014/main" id="{5AED4A8B-70F1-4348-A427-78719E9B6D10}"/>
              </a:ext>
            </a:extLst>
          </p:cNvPr>
          <p:cNvSpPr txBox="1"/>
          <p:nvPr/>
        </p:nvSpPr>
        <p:spPr>
          <a:xfrm>
            <a:off x="24512511" y="4386532"/>
            <a:ext cx="11722231" cy="1569660"/>
          </a:xfrm>
          <a:prstGeom prst="rect">
            <a:avLst/>
          </a:prstGeom>
          <a:noFill/>
        </p:spPr>
        <p:txBody>
          <a:bodyPr wrap="square" lIns="91440" tIns="45720" rIns="91440" bIns="45720" rtlCol="0" anchor="t">
            <a:spAutoFit/>
          </a:bodyPr>
          <a:lstStyle/>
          <a:p>
            <a:r>
              <a:rPr lang="en-US" sz="3200" dirty="0"/>
              <a:t>We pulled data on grocery stores, parks, hardware stores, gyms, and medical care facilities from Foursquare’s Places API, leveraging zip codes from simplemaps.com/data/us-zips</a:t>
            </a:r>
          </a:p>
        </p:txBody>
      </p:sp>
      <p:sp>
        <p:nvSpPr>
          <p:cNvPr id="28" name="Rectangle 27">
            <a:extLst>
              <a:ext uri="{FF2B5EF4-FFF2-40B4-BE49-F238E27FC236}">
                <a16:creationId xmlns:a16="http://schemas.microsoft.com/office/drawing/2014/main" id="{A47AB34D-BBDD-4CBC-BA7C-6DE0B13DCEBA}"/>
              </a:ext>
            </a:extLst>
          </p:cNvPr>
          <p:cNvSpPr/>
          <p:nvPr/>
        </p:nvSpPr>
        <p:spPr>
          <a:xfrm>
            <a:off x="279401" y="12710477"/>
            <a:ext cx="16027910" cy="13390556"/>
          </a:xfrm>
          <a:prstGeom prst="rect">
            <a:avLst/>
          </a:prstGeom>
          <a:noFill/>
          <a:ln>
            <a:solidFill>
              <a:srgbClr val="00B4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54A3C510-C1DD-43C0-AF39-EE1678F9EA72}"/>
              </a:ext>
            </a:extLst>
          </p:cNvPr>
          <p:cNvSpPr txBox="1"/>
          <p:nvPr/>
        </p:nvSpPr>
        <p:spPr>
          <a:xfrm>
            <a:off x="2538150" y="12715361"/>
            <a:ext cx="13476161" cy="830997"/>
          </a:xfrm>
          <a:prstGeom prst="rect">
            <a:avLst/>
          </a:prstGeom>
          <a:noFill/>
        </p:spPr>
        <p:txBody>
          <a:bodyPr wrap="square" lIns="91440" tIns="45720" rIns="91440" bIns="45720" rtlCol="0" anchor="t">
            <a:spAutoFit/>
          </a:bodyPr>
          <a:lstStyle/>
          <a:p>
            <a:pPr algn="ctr"/>
            <a:r>
              <a:rPr lang="en-US" sz="4800" b="1" dirty="0"/>
              <a:t>Approaches</a:t>
            </a:r>
            <a:endParaRPr lang="en-US" sz="4800" b="1" dirty="0">
              <a:cs typeface="Calibri"/>
            </a:endParaRPr>
          </a:p>
        </p:txBody>
      </p:sp>
      <p:sp>
        <p:nvSpPr>
          <p:cNvPr id="34" name="Rectangle 33">
            <a:extLst>
              <a:ext uri="{FF2B5EF4-FFF2-40B4-BE49-F238E27FC236}">
                <a16:creationId xmlns:a16="http://schemas.microsoft.com/office/drawing/2014/main" id="{5752C6F4-9F8D-4CAD-9554-DDF2FBFA5D50}"/>
              </a:ext>
            </a:extLst>
          </p:cNvPr>
          <p:cNvSpPr/>
          <p:nvPr/>
        </p:nvSpPr>
        <p:spPr>
          <a:xfrm>
            <a:off x="16524771" y="12710475"/>
            <a:ext cx="19767401" cy="13390556"/>
          </a:xfrm>
          <a:prstGeom prst="rect">
            <a:avLst/>
          </a:prstGeom>
          <a:noFill/>
          <a:ln>
            <a:solidFill>
              <a:srgbClr val="00B4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00B901DF-95C0-4D73-B9CC-A49A9EAF6820}"/>
              </a:ext>
            </a:extLst>
          </p:cNvPr>
          <p:cNvSpPr txBox="1"/>
          <p:nvPr/>
        </p:nvSpPr>
        <p:spPr>
          <a:xfrm>
            <a:off x="23065382" y="12602145"/>
            <a:ext cx="7652447" cy="830997"/>
          </a:xfrm>
          <a:prstGeom prst="rect">
            <a:avLst/>
          </a:prstGeom>
          <a:noFill/>
        </p:spPr>
        <p:txBody>
          <a:bodyPr wrap="square" rtlCol="0">
            <a:spAutoFit/>
          </a:bodyPr>
          <a:lstStyle/>
          <a:p>
            <a:pPr algn="ctr"/>
            <a:r>
              <a:rPr lang="en-US" sz="4800" b="1" dirty="0"/>
              <a:t>Experiments and Results </a:t>
            </a:r>
          </a:p>
        </p:txBody>
      </p:sp>
      <p:grpSp>
        <p:nvGrpSpPr>
          <p:cNvPr id="114" name="Group 113">
            <a:extLst>
              <a:ext uri="{FF2B5EF4-FFF2-40B4-BE49-F238E27FC236}">
                <a16:creationId xmlns:a16="http://schemas.microsoft.com/office/drawing/2014/main" id="{CF906A27-913D-4F33-9E15-4B3ADE343D24}"/>
              </a:ext>
            </a:extLst>
          </p:cNvPr>
          <p:cNvGrpSpPr/>
          <p:nvPr/>
        </p:nvGrpSpPr>
        <p:grpSpPr>
          <a:xfrm>
            <a:off x="12562253" y="5695705"/>
            <a:ext cx="11376638" cy="2649470"/>
            <a:chOff x="12512521" y="7366687"/>
            <a:chExt cx="11376638" cy="2357582"/>
          </a:xfrm>
        </p:grpSpPr>
        <p:sp>
          <p:nvSpPr>
            <p:cNvPr id="45" name="Cylinder 44">
              <a:extLst>
                <a:ext uri="{FF2B5EF4-FFF2-40B4-BE49-F238E27FC236}">
                  <a16:creationId xmlns:a16="http://schemas.microsoft.com/office/drawing/2014/main" id="{A1EF9672-9756-4422-B7D6-CFCEAEEB98F3}"/>
                </a:ext>
              </a:extLst>
            </p:cNvPr>
            <p:cNvSpPr/>
            <p:nvPr/>
          </p:nvSpPr>
          <p:spPr>
            <a:xfrm>
              <a:off x="12512521" y="7379173"/>
              <a:ext cx="1229909" cy="107308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Get Data from API</a:t>
              </a:r>
            </a:p>
          </p:txBody>
        </p:sp>
        <p:sp>
          <p:nvSpPr>
            <p:cNvPr id="47" name="Rectangle 46">
              <a:extLst>
                <a:ext uri="{FF2B5EF4-FFF2-40B4-BE49-F238E27FC236}">
                  <a16:creationId xmlns:a16="http://schemas.microsoft.com/office/drawing/2014/main" id="{F26A26F2-6D62-4014-8231-C84C8054229D}"/>
                </a:ext>
              </a:extLst>
            </p:cNvPr>
            <p:cNvSpPr/>
            <p:nvPr/>
          </p:nvSpPr>
          <p:spPr>
            <a:xfrm>
              <a:off x="14120427" y="7366687"/>
              <a:ext cx="1546042" cy="10730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Profile Data</a:t>
              </a:r>
            </a:p>
          </p:txBody>
        </p:sp>
        <p:sp>
          <p:nvSpPr>
            <p:cNvPr id="51" name="Rectangle 50">
              <a:extLst>
                <a:ext uri="{FF2B5EF4-FFF2-40B4-BE49-F238E27FC236}">
                  <a16:creationId xmlns:a16="http://schemas.microsoft.com/office/drawing/2014/main" id="{CF4088D6-7B87-4EBD-8F65-82E45EBA1746}"/>
                </a:ext>
              </a:extLst>
            </p:cNvPr>
            <p:cNvSpPr/>
            <p:nvPr/>
          </p:nvSpPr>
          <p:spPr>
            <a:xfrm>
              <a:off x="16044465" y="7379173"/>
              <a:ext cx="1546042" cy="106339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Remove Unnecessary Columns</a:t>
              </a:r>
            </a:p>
          </p:txBody>
        </p:sp>
        <p:sp>
          <p:nvSpPr>
            <p:cNvPr id="55" name="Rectangle 54">
              <a:extLst>
                <a:ext uri="{FF2B5EF4-FFF2-40B4-BE49-F238E27FC236}">
                  <a16:creationId xmlns:a16="http://schemas.microsoft.com/office/drawing/2014/main" id="{73A44B0E-AFA5-427F-B0AD-EE8473CF0EAB}"/>
                </a:ext>
              </a:extLst>
            </p:cNvPr>
            <p:cNvSpPr/>
            <p:nvPr/>
          </p:nvSpPr>
          <p:spPr>
            <a:xfrm>
              <a:off x="17991405" y="7371541"/>
              <a:ext cx="1546042" cy="10730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Remove High Null Rows</a:t>
              </a:r>
            </a:p>
          </p:txBody>
        </p:sp>
        <p:sp>
          <p:nvSpPr>
            <p:cNvPr id="57" name="Rectangle 56">
              <a:extLst>
                <a:ext uri="{FF2B5EF4-FFF2-40B4-BE49-F238E27FC236}">
                  <a16:creationId xmlns:a16="http://schemas.microsoft.com/office/drawing/2014/main" id="{C8406248-82BC-4FBD-880B-4F030F0E6A97}"/>
                </a:ext>
              </a:extLst>
            </p:cNvPr>
            <p:cNvSpPr/>
            <p:nvPr/>
          </p:nvSpPr>
          <p:spPr>
            <a:xfrm>
              <a:off x="19892540" y="7369374"/>
              <a:ext cx="1546041" cy="10730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Transform Columns to be % of Pop</a:t>
              </a:r>
            </a:p>
          </p:txBody>
        </p:sp>
        <p:sp>
          <p:nvSpPr>
            <p:cNvPr id="59" name="Rectangle 58">
              <a:extLst>
                <a:ext uri="{FF2B5EF4-FFF2-40B4-BE49-F238E27FC236}">
                  <a16:creationId xmlns:a16="http://schemas.microsoft.com/office/drawing/2014/main" id="{DDC738F6-1903-449C-8CDF-6ECDE7C1996B}"/>
                </a:ext>
              </a:extLst>
            </p:cNvPr>
            <p:cNvSpPr/>
            <p:nvPr/>
          </p:nvSpPr>
          <p:spPr>
            <a:xfrm>
              <a:off x="21816578" y="7366687"/>
              <a:ext cx="1545336" cy="1069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Profile Data</a:t>
              </a:r>
            </a:p>
          </p:txBody>
        </p:sp>
        <p:sp>
          <p:nvSpPr>
            <p:cNvPr id="61" name="Rectangle 60">
              <a:extLst>
                <a:ext uri="{FF2B5EF4-FFF2-40B4-BE49-F238E27FC236}">
                  <a16:creationId xmlns:a16="http://schemas.microsoft.com/office/drawing/2014/main" id="{6D02E2BC-851D-4529-94F9-6143688E85BE}"/>
                </a:ext>
              </a:extLst>
            </p:cNvPr>
            <p:cNvSpPr/>
            <p:nvPr/>
          </p:nvSpPr>
          <p:spPr>
            <a:xfrm>
              <a:off x="13636513" y="8610278"/>
              <a:ext cx="1545336" cy="1069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Remove Unnecessary Columns</a:t>
              </a:r>
            </a:p>
          </p:txBody>
        </p:sp>
        <p:sp>
          <p:nvSpPr>
            <p:cNvPr id="63" name="Rectangle 62">
              <a:extLst>
                <a:ext uri="{FF2B5EF4-FFF2-40B4-BE49-F238E27FC236}">
                  <a16:creationId xmlns:a16="http://schemas.microsoft.com/office/drawing/2014/main" id="{41F41B0A-58A2-4485-9A50-047A71B7DAE2}"/>
                </a:ext>
              </a:extLst>
            </p:cNvPr>
            <p:cNvSpPr/>
            <p:nvPr/>
          </p:nvSpPr>
          <p:spPr>
            <a:xfrm>
              <a:off x="17972878" y="8654421"/>
              <a:ext cx="1545336" cy="1069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Impute Nulls</a:t>
              </a:r>
            </a:p>
          </p:txBody>
        </p:sp>
        <p:sp>
          <p:nvSpPr>
            <p:cNvPr id="65" name="Rectangle 64">
              <a:extLst>
                <a:ext uri="{FF2B5EF4-FFF2-40B4-BE49-F238E27FC236}">
                  <a16:creationId xmlns:a16="http://schemas.microsoft.com/office/drawing/2014/main" id="{573B7E8C-E96C-4D25-AA42-8EDF7C0E2538}"/>
                </a:ext>
              </a:extLst>
            </p:cNvPr>
            <p:cNvSpPr/>
            <p:nvPr/>
          </p:nvSpPr>
          <p:spPr>
            <a:xfrm>
              <a:off x="19894849" y="8654421"/>
              <a:ext cx="2086315" cy="106984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Normalize and Standardize Data</a:t>
              </a:r>
            </a:p>
          </p:txBody>
        </p:sp>
        <p:sp>
          <p:nvSpPr>
            <p:cNvPr id="67" name="Cylinder 66">
              <a:extLst>
                <a:ext uri="{FF2B5EF4-FFF2-40B4-BE49-F238E27FC236}">
                  <a16:creationId xmlns:a16="http://schemas.microsoft.com/office/drawing/2014/main" id="{0A16E45B-31CB-4676-A16A-2DFCDB9EC3C7}"/>
                </a:ext>
              </a:extLst>
            </p:cNvPr>
            <p:cNvSpPr/>
            <p:nvPr/>
          </p:nvSpPr>
          <p:spPr>
            <a:xfrm>
              <a:off x="22357799" y="8654421"/>
              <a:ext cx="1531360" cy="1069848"/>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Clustering Dataset</a:t>
              </a:r>
            </a:p>
          </p:txBody>
        </p:sp>
        <p:sp>
          <p:nvSpPr>
            <p:cNvPr id="69" name="Cylinder 68">
              <a:extLst>
                <a:ext uri="{FF2B5EF4-FFF2-40B4-BE49-F238E27FC236}">
                  <a16:creationId xmlns:a16="http://schemas.microsoft.com/office/drawing/2014/main" id="{5884C57B-2F41-471D-8C6A-5B2158BA1CF2}"/>
                </a:ext>
              </a:extLst>
            </p:cNvPr>
            <p:cNvSpPr/>
            <p:nvPr/>
          </p:nvSpPr>
          <p:spPr>
            <a:xfrm>
              <a:off x="15585862" y="8987762"/>
              <a:ext cx="1897488" cy="692364"/>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Dataset for Viz</a:t>
              </a:r>
            </a:p>
          </p:txBody>
        </p:sp>
        <p:cxnSp>
          <p:nvCxnSpPr>
            <p:cNvPr id="71" name="Straight Arrow Connector 70">
              <a:extLst>
                <a:ext uri="{FF2B5EF4-FFF2-40B4-BE49-F238E27FC236}">
                  <a16:creationId xmlns:a16="http://schemas.microsoft.com/office/drawing/2014/main" id="{0F95CF03-D226-4E83-8BFD-4293F68B612E}"/>
                </a:ext>
              </a:extLst>
            </p:cNvPr>
            <p:cNvCxnSpPr>
              <a:cxnSpLocks/>
              <a:stCxn id="45" idx="4"/>
              <a:endCxn id="47" idx="1"/>
            </p:cNvCxnSpPr>
            <p:nvPr/>
          </p:nvCxnSpPr>
          <p:spPr>
            <a:xfrm flipV="1">
              <a:off x="13742430" y="7903228"/>
              <a:ext cx="377997" cy="12486"/>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980DECED-6132-4B5B-BBC2-CE169E46EC49}"/>
                </a:ext>
              </a:extLst>
            </p:cNvPr>
            <p:cNvCxnSpPr>
              <a:stCxn id="47" idx="3"/>
              <a:endCxn id="51" idx="1"/>
            </p:cNvCxnSpPr>
            <p:nvPr/>
          </p:nvCxnSpPr>
          <p:spPr>
            <a:xfrm>
              <a:off x="15666469" y="7903228"/>
              <a:ext cx="377996" cy="764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F06B3844-6B27-47E4-8B2B-200040DD54F7}"/>
                </a:ext>
              </a:extLst>
            </p:cNvPr>
            <p:cNvCxnSpPr>
              <a:cxnSpLocks/>
              <a:stCxn id="51" idx="3"/>
              <a:endCxn id="55" idx="1"/>
            </p:cNvCxnSpPr>
            <p:nvPr/>
          </p:nvCxnSpPr>
          <p:spPr>
            <a:xfrm flipV="1">
              <a:off x="17590507" y="7908082"/>
              <a:ext cx="400898" cy="2789"/>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7" name="Straight Arrow Connector 76">
              <a:extLst>
                <a:ext uri="{FF2B5EF4-FFF2-40B4-BE49-F238E27FC236}">
                  <a16:creationId xmlns:a16="http://schemas.microsoft.com/office/drawing/2014/main" id="{0B03289B-5DD9-4BE1-87B6-887A75672D83}"/>
                </a:ext>
              </a:extLst>
            </p:cNvPr>
            <p:cNvCxnSpPr>
              <a:stCxn id="55" idx="3"/>
              <a:endCxn id="57" idx="1"/>
            </p:cNvCxnSpPr>
            <p:nvPr/>
          </p:nvCxnSpPr>
          <p:spPr>
            <a:xfrm flipV="1">
              <a:off x="19537447" y="7905915"/>
              <a:ext cx="355093" cy="2167"/>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0" name="Straight Arrow Connector 79">
              <a:extLst>
                <a:ext uri="{FF2B5EF4-FFF2-40B4-BE49-F238E27FC236}">
                  <a16:creationId xmlns:a16="http://schemas.microsoft.com/office/drawing/2014/main" id="{DB8944F1-2009-4A5D-A0DB-FC82DAA28005}"/>
                </a:ext>
              </a:extLst>
            </p:cNvPr>
            <p:cNvCxnSpPr>
              <a:stCxn id="57" idx="3"/>
              <a:endCxn id="59" idx="1"/>
            </p:cNvCxnSpPr>
            <p:nvPr/>
          </p:nvCxnSpPr>
          <p:spPr>
            <a:xfrm flipV="1">
              <a:off x="21438581" y="7901611"/>
              <a:ext cx="377997" cy="430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2" name="Straight Arrow Connector 81">
              <a:extLst>
                <a:ext uri="{FF2B5EF4-FFF2-40B4-BE49-F238E27FC236}">
                  <a16:creationId xmlns:a16="http://schemas.microsoft.com/office/drawing/2014/main" id="{7AD4F44A-3DF6-4356-A95F-C8488E3DE551}"/>
                </a:ext>
              </a:extLst>
            </p:cNvPr>
            <p:cNvCxnSpPr>
              <a:stCxn id="59" idx="3"/>
            </p:cNvCxnSpPr>
            <p:nvPr/>
          </p:nvCxnSpPr>
          <p:spPr>
            <a:xfrm flipV="1">
              <a:off x="23361914" y="7890741"/>
              <a:ext cx="481204" cy="1087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4" name="Straight Arrow Connector 83">
              <a:extLst>
                <a:ext uri="{FF2B5EF4-FFF2-40B4-BE49-F238E27FC236}">
                  <a16:creationId xmlns:a16="http://schemas.microsoft.com/office/drawing/2014/main" id="{6C7CFA41-6BB8-4A7C-ABE5-B829531214F5}"/>
                </a:ext>
              </a:extLst>
            </p:cNvPr>
            <p:cNvCxnSpPr>
              <a:cxnSpLocks/>
              <a:endCxn id="61" idx="1"/>
            </p:cNvCxnSpPr>
            <p:nvPr/>
          </p:nvCxnSpPr>
          <p:spPr>
            <a:xfrm>
              <a:off x="12585814" y="9145202"/>
              <a:ext cx="1050699"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8" name="Straight Arrow Connector 87">
              <a:extLst>
                <a:ext uri="{FF2B5EF4-FFF2-40B4-BE49-F238E27FC236}">
                  <a16:creationId xmlns:a16="http://schemas.microsoft.com/office/drawing/2014/main" id="{A4DA6F09-5011-4BCD-AADE-E2217426319C}"/>
                </a:ext>
              </a:extLst>
            </p:cNvPr>
            <p:cNvCxnSpPr/>
            <p:nvPr/>
          </p:nvCxnSpPr>
          <p:spPr>
            <a:xfrm>
              <a:off x="15193491" y="8801106"/>
              <a:ext cx="2779387"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6" name="Straight Arrow Connector 95">
              <a:extLst>
                <a:ext uri="{FF2B5EF4-FFF2-40B4-BE49-F238E27FC236}">
                  <a16:creationId xmlns:a16="http://schemas.microsoft.com/office/drawing/2014/main" id="{814042E4-005E-4A98-8889-5D2B909B8654}"/>
                </a:ext>
              </a:extLst>
            </p:cNvPr>
            <p:cNvCxnSpPr/>
            <p:nvPr/>
          </p:nvCxnSpPr>
          <p:spPr>
            <a:xfrm>
              <a:off x="15181849" y="9354341"/>
              <a:ext cx="40401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8" name="Straight Arrow Connector 97">
              <a:extLst>
                <a:ext uri="{FF2B5EF4-FFF2-40B4-BE49-F238E27FC236}">
                  <a16:creationId xmlns:a16="http://schemas.microsoft.com/office/drawing/2014/main" id="{30165489-EC01-483B-91EC-C39D74B6A409}"/>
                </a:ext>
              </a:extLst>
            </p:cNvPr>
            <p:cNvCxnSpPr>
              <a:stCxn id="63" idx="3"/>
              <a:endCxn id="65" idx="1"/>
            </p:cNvCxnSpPr>
            <p:nvPr/>
          </p:nvCxnSpPr>
          <p:spPr>
            <a:xfrm>
              <a:off x="19518214" y="9189345"/>
              <a:ext cx="376635"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1" name="Straight Arrow Connector 100">
              <a:extLst>
                <a:ext uri="{FF2B5EF4-FFF2-40B4-BE49-F238E27FC236}">
                  <a16:creationId xmlns:a16="http://schemas.microsoft.com/office/drawing/2014/main" id="{F9552E55-6411-459D-AF73-99EACC39B5AE}"/>
                </a:ext>
              </a:extLst>
            </p:cNvPr>
            <p:cNvCxnSpPr>
              <a:stCxn id="65" idx="3"/>
              <a:endCxn id="67" idx="2"/>
            </p:cNvCxnSpPr>
            <p:nvPr/>
          </p:nvCxnSpPr>
          <p:spPr>
            <a:xfrm>
              <a:off x="21981164" y="9189345"/>
              <a:ext cx="376635"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107" name="TextBox 106">
            <a:extLst>
              <a:ext uri="{FF2B5EF4-FFF2-40B4-BE49-F238E27FC236}">
                <a16:creationId xmlns:a16="http://schemas.microsoft.com/office/drawing/2014/main" id="{F0DA104E-4220-4499-9FF0-561FBEF11866}"/>
              </a:ext>
            </a:extLst>
          </p:cNvPr>
          <p:cNvSpPr txBox="1"/>
          <p:nvPr/>
        </p:nvSpPr>
        <p:spPr>
          <a:xfrm>
            <a:off x="18697433" y="8510526"/>
            <a:ext cx="5398708" cy="1631216"/>
          </a:xfrm>
          <a:prstGeom prst="rect">
            <a:avLst/>
          </a:prstGeom>
          <a:noFill/>
        </p:spPr>
        <p:txBody>
          <a:bodyPr wrap="square">
            <a:spAutoFit/>
          </a:bodyPr>
          <a:lstStyle/>
          <a:p>
            <a:pPr>
              <a:defRPr/>
            </a:pPr>
            <a:r>
              <a:rPr lang="en-US" sz="2800" b="1" dirty="0">
                <a:solidFill>
                  <a:srgbClr val="00B4CC"/>
                </a:solidFill>
                <a:latin typeface="Calibri" panose="020F0502020204030204"/>
              </a:rPr>
              <a:t>Cleaned Census Dataset</a:t>
            </a:r>
            <a:r>
              <a:rPr lang="en-US" sz="2800" dirty="0">
                <a:solidFill>
                  <a:prstClr val="black"/>
                </a:solidFill>
                <a:latin typeface="Calibri" panose="020F0502020204030204"/>
              </a:rPr>
              <a:t> </a:t>
            </a:r>
          </a:p>
          <a:p>
            <a:pPr>
              <a:defRPr/>
            </a:pPr>
            <a:r>
              <a:rPr lang="en-US" sz="2400" dirty="0">
                <a:solidFill>
                  <a:prstClr val="black"/>
                </a:solidFill>
                <a:latin typeface="Calibri" panose="020F0502020204030204"/>
              </a:rPr>
              <a:t># Columns			28</a:t>
            </a:r>
            <a:endParaRPr lang="en-US" sz="2400" dirty="0">
              <a:solidFill>
                <a:srgbClr val="FF0000"/>
              </a:solidFill>
              <a:latin typeface="Calibri" panose="020F0502020204030204"/>
            </a:endParaRPr>
          </a:p>
          <a:p>
            <a:pPr>
              <a:defRPr/>
            </a:pPr>
            <a:r>
              <a:rPr lang="en-US" sz="2400" dirty="0">
                <a:solidFill>
                  <a:prstClr val="black"/>
                </a:solidFill>
                <a:latin typeface="Calibri" panose="020F0502020204030204"/>
              </a:rPr>
              <a:t># Rows				73,056</a:t>
            </a:r>
          </a:p>
          <a:p>
            <a:pPr>
              <a:defRPr/>
            </a:pPr>
            <a:r>
              <a:rPr lang="en-US" sz="2400" dirty="0">
                <a:solidFill>
                  <a:prstClr val="black"/>
                </a:solidFill>
                <a:latin typeface="Calibri" panose="020F0502020204030204"/>
              </a:rPr>
              <a:t>Size on Disk		20.5 MB</a:t>
            </a:r>
            <a:endParaRPr lang="en-US" sz="2400" dirty="0">
              <a:solidFill>
                <a:srgbClr val="FF0000"/>
              </a:solidFill>
              <a:latin typeface="Calibri" panose="020F0502020204030204"/>
            </a:endParaRPr>
          </a:p>
        </p:txBody>
      </p:sp>
      <p:sp>
        <p:nvSpPr>
          <p:cNvPr id="117" name="TextBox 116">
            <a:extLst>
              <a:ext uri="{FF2B5EF4-FFF2-40B4-BE49-F238E27FC236}">
                <a16:creationId xmlns:a16="http://schemas.microsoft.com/office/drawing/2014/main" id="{C48174AC-22DE-4E74-9E84-4CBA40B5DA41}"/>
              </a:ext>
            </a:extLst>
          </p:cNvPr>
          <p:cNvSpPr txBox="1"/>
          <p:nvPr/>
        </p:nvSpPr>
        <p:spPr>
          <a:xfrm>
            <a:off x="24400393" y="9966749"/>
            <a:ext cx="11946466" cy="2554545"/>
          </a:xfrm>
          <a:prstGeom prst="rect">
            <a:avLst/>
          </a:prstGeom>
          <a:noFill/>
        </p:spPr>
        <p:txBody>
          <a:bodyPr wrap="square" lIns="91440" tIns="45720" rIns="91440" bIns="45720" rtlCol="0" anchor="t">
            <a:spAutoFit/>
          </a:bodyPr>
          <a:lstStyle/>
          <a:p>
            <a:r>
              <a:rPr lang="en-US" sz="3200" dirty="0"/>
              <a:t>We identified the amenities within each Census tract, as well as those within 2, 5, 10, 25, and 50 miles of the tract center. The amenities data was weighted and joined to the Census data. Each amenity's count of entities within 25 miles of the tract centers were used as features in our clustering dataset, which was based on their data distributions.</a:t>
            </a:r>
            <a:endParaRPr lang="en-US" sz="3200" dirty="0">
              <a:cs typeface="Calibri"/>
            </a:endParaRPr>
          </a:p>
        </p:txBody>
      </p:sp>
      <p:sp>
        <p:nvSpPr>
          <p:cNvPr id="318" name="TextBox 317">
            <a:extLst>
              <a:ext uri="{FF2B5EF4-FFF2-40B4-BE49-F238E27FC236}">
                <a16:creationId xmlns:a16="http://schemas.microsoft.com/office/drawing/2014/main" id="{3A2EC8D8-8FE1-4D7F-8395-B0AD656183F0}"/>
              </a:ext>
            </a:extLst>
          </p:cNvPr>
          <p:cNvSpPr txBox="1"/>
          <p:nvPr/>
        </p:nvSpPr>
        <p:spPr>
          <a:xfrm>
            <a:off x="12667529" y="8510526"/>
            <a:ext cx="5933711" cy="1631216"/>
          </a:xfrm>
          <a:prstGeom prst="rect">
            <a:avLst/>
          </a:prstGeom>
          <a:noFill/>
        </p:spPr>
        <p:txBody>
          <a:bodyPr wrap="square">
            <a:spAutoFit/>
          </a:bodyPr>
          <a:lstStyle/>
          <a:p>
            <a:pPr>
              <a:defRPr/>
            </a:pPr>
            <a:r>
              <a:rPr lang="en-US" sz="2800" b="1" dirty="0">
                <a:solidFill>
                  <a:srgbClr val="00B4CC"/>
                </a:solidFill>
                <a:latin typeface="Calibri" panose="020F0502020204030204"/>
              </a:rPr>
              <a:t>Original Census Dataset</a:t>
            </a:r>
            <a:r>
              <a:rPr lang="en-US" sz="2800" dirty="0">
                <a:solidFill>
                  <a:prstClr val="black"/>
                </a:solidFill>
                <a:latin typeface="Calibri" panose="020F0502020204030204"/>
              </a:rPr>
              <a:t> </a:t>
            </a:r>
          </a:p>
          <a:p>
            <a:pPr>
              <a:defRPr/>
            </a:pPr>
            <a:r>
              <a:rPr lang="en-US" sz="2400" dirty="0">
                <a:solidFill>
                  <a:prstClr val="black"/>
                </a:solidFill>
                <a:latin typeface="Calibri" panose="020F0502020204030204"/>
              </a:rPr>
              <a:t># Columns			1,316</a:t>
            </a:r>
          </a:p>
          <a:p>
            <a:pPr>
              <a:defRPr/>
            </a:pPr>
            <a:r>
              <a:rPr lang="en-US" sz="2400" dirty="0">
                <a:solidFill>
                  <a:prstClr val="black"/>
                </a:solidFill>
                <a:latin typeface="Calibri" panose="020F0502020204030204"/>
              </a:rPr>
              <a:t># Rows				74,001</a:t>
            </a:r>
          </a:p>
          <a:p>
            <a:pPr>
              <a:defRPr/>
            </a:pPr>
            <a:r>
              <a:rPr lang="en-US" sz="2400" dirty="0">
                <a:solidFill>
                  <a:prstClr val="black"/>
                </a:solidFill>
                <a:latin typeface="Calibri" panose="020F0502020204030204"/>
              </a:rPr>
              <a:t>Size </a:t>
            </a:r>
            <a:r>
              <a:rPr lang="en-US" sz="2400" dirty="0">
                <a:latin typeface="Calibri" panose="020F0502020204030204"/>
              </a:rPr>
              <a:t>on Disk		1,200 MB</a:t>
            </a:r>
          </a:p>
        </p:txBody>
      </p:sp>
      <p:sp>
        <p:nvSpPr>
          <p:cNvPr id="320" name="TextBox 319">
            <a:extLst>
              <a:ext uri="{FF2B5EF4-FFF2-40B4-BE49-F238E27FC236}">
                <a16:creationId xmlns:a16="http://schemas.microsoft.com/office/drawing/2014/main" id="{60D36F8F-63A3-4AF8-9FE8-4C9AB8C07269}"/>
              </a:ext>
            </a:extLst>
          </p:cNvPr>
          <p:cNvSpPr txBox="1"/>
          <p:nvPr/>
        </p:nvSpPr>
        <p:spPr>
          <a:xfrm>
            <a:off x="12535582" y="10428652"/>
            <a:ext cx="11434280" cy="1569660"/>
          </a:xfrm>
          <a:prstGeom prst="rect">
            <a:avLst/>
          </a:prstGeom>
          <a:noFill/>
        </p:spPr>
        <p:txBody>
          <a:bodyPr wrap="square" rtlCol="0">
            <a:spAutoFit/>
          </a:bodyPr>
          <a:lstStyle/>
          <a:p>
            <a:r>
              <a:rPr lang="en-US" sz="3200" dirty="0"/>
              <a:t>The geometries for Census tracts (e.g. shape files) were downloaded from github.com/loganpowell/census-geojson/tree/master/GeoJSON/500k/2018</a:t>
            </a:r>
          </a:p>
        </p:txBody>
      </p:sp>
      <p:sp>
        <p:nvSpPr>
          <p:cNvPr id="392" name="TextBox 391">
            <a:extLst>
              <a:ext uri="{FF2B5EF4-FFF2-40B4-BE49-F238E27FC236}">
                <a16:creationId xmlns:a16="http://schemas.microsoft.com/office/drawing/2014/main" id="{FC61A4AD-E12A-4219-ABC0-136185503ADE}"/>
              </a:ext>
            </a:extLst>
          </p:cNvPr>
          <p:cNvSpPr txBox="1"/>
          <p:nvPr/>
        </p:nvSpPr>
        <p:spPr>
          <a:xfrm>
            <a:off x="6477270" y="13548597"/>
            <a:ext cx="9836884" cy="7140416"/>
          </a:xfrm>
          <a:prstGeom prst="rect">
            <a:avLst/>
          </a:prstGeom>
          <a:noFill/>
        </p:spPr>
        <p:txBody>
          <a:bodyPr wrap="square" lIns="91440" tIns="45720" rIns="91440" bIns="45720" rtlCol="0" anchor="t">
            <a:spAutoFit/>
          </a:bodyPr>
          <a:lstStyle/>
          <a:p>
            <a:pPr>
              <a:spcAft>
                <a:spcPts val="1200"/>
              </a:spcAft>
            </a:pPr>
            <a:r>
              <a:rPr lang="en-US" sz="3200" b="1" dirty="0">
                <a:solidFill>
                  <a:srgbClr val="00B4CC"/>
                </a:solidFill>
                <a:ea typeface="+mn-lt"/>
                <a:cs typeface="+mn-lt"/>
              </a:rPr>
              <a:t>RELO</a:t>
            </a:r>
            <a:r>
              <a:rPr lang="en-US" sz="3200" dirty="0">
                <a:ea typeface="+mn-lt"/>
                <a:cs typeface="+mn-lt"/>
              </a:rPr>
              <a:t> </a:t>
            </a:r>
            <a:r>
              <a:rPr lang="en-US" sz="3200" dirty="0"/>
              <a:t>is an interactive web application. Users input an address of a location they like and our tool finds the closest Census tract center. Then, </a:t>
            </a:r>
            <a:r>
              <a:rPr lang="en-US" sz="3200" b="1" dirty="0">
                <a:solidFill>
                  <a:srgbClr val="00B4CC"/>
                </a:solidFill>
                <a:ea typeface="+mn-lt"/>
                <a:cs typeface="+mn-lt"/>
              </a:rPr>
              <a:t>RELO</a:t>
            </a:r>
            <a:r>
              <a:rPr lang="en-US" sz="3200" dirty="0"/>
              <a:t> showcases all Census tracts (i.e., neighborhood proxies) that are similar to the users’ inputs, and it displays the 3 closest tracts by Euclidean distance in the feature space. Similar tracts belong to the same cluster, and a </a:t>
            </a:r>
            <a:r>
              <a:rPr lang="en-US" sz="3200" dirty="0" err="1"/>
              <a:t>KMeans</a:t>
            </a:r>
            <a:r>
              <a:rPr lang="en-US" sz="3200" dirty="0"/>
              <a:t> model with 50 clusters generated the groupings. Users can click any one of the 3 featured locations to zoom in to see its amenities.</a:t>
            </a:r>
          </a:p>
          <a:p>
            <a:pPr>
              <a:spcAft>
                <a:spcPts val="1200"/>
              </a:spcAft>
            </a:pPr>
            <a:r>
              <a:rPr lang="en-US" sz="3200" dirty="0"/>
              <a:t>These new approach effectively solves our problem by providing users recommendations based on their input. Users can view suggestions across the US and can click to see more information about specific locations. This gives users confidence in choosing a new neighborhood.</a:t>
            </a:r>
            <a:endParaRPr lang="en-US" sz="3200" dirty="0">
              <a:solidFill>
                <a:srgbClr val="000000"/>
              </a:solidFill>
              <a:cs typeface="Calibri"/>
            </a:endParaRPr>
          </a:p>
        </p:txBody>
      </p:sp>
      <p:sp>
        <p:nvSpPr>
          <p:cNvPr id="115" name="TextBox 114">
            <a:extLst>
              <a:ext uri="{FF2B5EF4-FFF2-40B4-BE49-F238E27FC236}">
                <a16:creationId xmlns:a16="http://schemas.microsoft.com/office/drawing/2014/main" id="{6F8AF402-3E57-4CA6-BE25-66ACC74BB8E9}"/>
              </a:ext>
            </a:extLst>
          </p:cNvPr>
          <p:cNvSpPr txBox="1"/>
          <p:nvPr/>
        </p:nvSpPr>
        <p:spPr>
          <a:xfrm>
            <a:off x="24975774" y="8406075"/>
            <a:ext cx="5933711" cy="1631216"/>
          </a:xfrm>
          <a:prstGeom prst="rect">
            <a:avLst/>
          </a:prstGeom>
          <a:noFill/>
        </p:spPr>
        <p:txBody>
          <a:bodyPr wrap="square" lIns="91440" tIns="45720" rIns="91440" bIns="45720" anchor="t">
            <a:spAutoFit/>
          </a:bodyPr>
          <a:lstStyle/>
          <a:p>
            <a:pPr>
              <a:defRPr/>
            </a:pPr>
            <a:r>
              <a:rPr lang="en-US" sz="2800" b="1" dirty="0">
                <a:solidFill>
                  <a:srgbClr val="00B4CC"/>
                </a:solidFill>
                <a:latin typeface="Calibri" panose="020F0502020204030204"/>
              </a:rPr>
              <a:t>Original Amenities Dataset</a:t>
            </a:r>
            <a:r>
              <a:rPr lang="en-US" sz="2800" dirty="0">
                <a:latin typeface="Calibri" panose="020F0502020204030204"/>
              </a:rPr>
              <a:t> </a:t>
            </a:r>
          </a:p>
          <a:p>
            <a:pPr>
              <a:defRPr/>
            </a:pPr>
            <a:r>
              <a:rPr lang="en-US" sz="2400" dirty="0">
                <a:latin typeface="Calibri" panose="020F0502020204030204"/>
              </a:rPr>
              <a:t># Columns			8</a:t>
            </a:r>
            <a:endParaRPr lang="en-US" sz="2400" dirty="0">
              <a:latin typeface="Calibri" panose="020F0502020204030204"/>
              <a:cs typeface="Calibri"/>
            </a:endParaRPr>
          </a:p>
          <a:p>
            <a:pPr>
              <a:defRPr/>
            </a:pPr>
            <a:r>
              <a:rPr lang="en-US" sz="2400" dirty="0">
                <a:latin typeface="Calibri" panose="020F0502020204030204"/>
              </a:rPr>
              <a:t># Rows				</a:t>
            </a:r>
            <a:r>
              <a:rPr lang="en-US" sz="2400" dirty="0">
                <a:ea typeface="+mn-lt"/>
                <a:cs typeface="+mn-lt"/>
              </a:rPr>
              <a:t>275,641</a:t>
            </a:r>
          </a:p>
          <a:p>
            <a:pPr>
              <a:defRPr/>
            </a:pPr>
            <a:r>
              <a:rPr lang="en-US" sz="2400" dirty="0">
                <a:latin typeface="Calibri" panose="020F0502020204030204"/>
              </a:rPr>
              <a:t>Size on Disk		32 MB</a:t>
            </a:r>
            <a:endParaRPr lang="en-US" sz="2400" dirty="0">
              <a:latin typeface="Calibri" panose="020F0502020204030204"/>
              <a:cs typeface="Calibri"/>
            </a:endParaRPr>
          </a:p>
        </p:txBody>
      </p:sp>
      <p:sp>
        <p:nvSpPr>
          <p:cNvPr id="116" name="TextBox 115">
            <a:extLst>
              <a:ext uri="{FF2B5EF4-FFF2-40B4-BE49-F238E27FC236}">
                <a16:creationId xmlns:a16="http://schemas.microsoft.com/office/drawing/2014/main" id="{D6C0CD73-F696-4187-9A62-9AE167175610}"/>
              </a:ext>
            </a:extLst>
          </p:cNvPr>
          <p:cNvSpPr txBox="1"/>
          <p:nvPr/>
        </p:nvSpPr>
        <p:spPr>
          <a:xfrm>
            <a:off x="30561963" y="8406075"/>
            <a:ext cx="5933711" cy="1631216"/>
          </a:xfrm>
          <a:prstGeom prst="rect">
            <a:avLst/>
          </a:prstGeom>
          <a:noFill/>
        </p:spPr>
        <p:txBody>
          <a:bodyPr wrap="square" lIns="91440" tIns="45720" rIns="91440" bIns="45720" anchor="t">
            <a:spAutoFit/>
          </a:bodyPr>
          <a:lstStyle/>
          <a:p>
            <a:pPr>
              <a:defRPr/>
            </a:pPr>
            <a:r>
              <a:rPr lang="en-US" sz="2800" b="1" dirty="0">
                <a:solidFill>
                  <a:srgbClr val="00B4CC"/>
                </a:solidFill>
                <a:latin typeface="Calibri" panose="020F0502020204030204"/>
              </a:rPr>
              <a:t>Cleaned Amenities Dataset</a:t>
            </a:r>
            <a:r>
              <a:rPr lang="en-US" sz="2800" dirty="0">
                <a:latin typeface="Calibri" panose="020F0502020204030204"/>
              </a:rPr>
              <a:t> </a:t>
            </a:r>
          </a:p>
          <a:p>
            <a:pPr>
              <a:defRPr/>
            </a:pPr>
            <a:r>
              <a:rPr lang="en-US" sz="2400" dirty="0">
                <a:latin typeface="Calibri" panose="020F0502020204030204"/>
              </a:rPr>
              <a:t># Columns			11</a:t>
            </a:r>
            <a:endParaRPr lang="en-US" sz="2400" dirty="0">
              <a:latin typeface="Calibri" panose="020F0502020204030204"/>
              <a:cs typeface="Calibri"/>
            </a:endParaRPr>
          </a:p>
          <a:p>
            <a:pPr>
              <a:defRPr/>
            </a:pPr>
            <a:r>
              <a:rPr lang="en-US" sz="2400" dirty="0">
                <a:latin typeface="Calibri" panose="020F0502020204030204"/>
              </a:rPr>
              <a:t># Rows                     230,157</a:t>
            </a:r>
            <a:endParaRPr lang="en-US" sz="2400" dirty="0">
              <a:latin typeface="Calibri" panose="020F0502020204030204"/>
              <a:cs typeface="Calibri"/>
            </a:endParaRPr>
          </a:p>
          <a:p>
            <a:pPr>
              <a:defRPr/>
            </a:pPr>
            <a:r>
              <a:rPr lang="en-US" sz="2400" dirty="0">
                <a:latin typeface="Calibri" panose="020F0502020204030204"/>
              </a:rPr>
              <a:t>Size on Disk		30.7 MB </a:t>
            </a:r>
            <a:endParaRPr lang="en-US" sz="2400" dirty="0">
              <a:latin typeface="Calibri" panose="020F0502020204030204"/>
              <a:cs typeface="Calibri"/>
            </a:endParaRPr>
          </a:p>
        </p:txBody>
      </p:sp>
      <p:grpSp>
        <p:nvGrpSpPr>
          <p:cNvPr id="52" name="Group 51">
            <a:extLst>
              <a:ext uri="{FF2B5EF4-FFF2-40B4-BE49-F238E27FC236}">
                <a16:creationId xmlns:a16="http://schemas.microsoft.com/office/drawing/2014/main" id="{379F7DBF-8377-43EA-B428-AEB9813EA9F4}"/>
              </a:ext>
            </a:extLst>
          </p:cNvPr>
          <p:cNvGrpSpPr/>
          <p:nvPr/>
        </p:nvGrpSpPr>
        <p:grpSpPr>
          <a:xfrm>
            <a:off x="372666" y="13725627"/>
            <a:ext cx="5897597" cy="6687768"/>
            <a:chOff x="388424" y="13518259"/>
            <a:chExt cx="5897597" cy="6687768"/>
          </a:xfrm>
        </p:grpSpPr>
        <p:sp>
          <p:nvSpPr>
            <p:cNvPr id="322" name="Cylinder 321">
              <a:extLst>
                <a:ext uri="{FF2B5EF4-FFF2-40B4-BE49-F238E27FC236}">
                  <a16:creationId xmlns:a16="http://schemas.microsoft.com/office/drawing/2014/main" id="{0A06DA49-6FFA-4697-B6AC-9C76E34B8587}"/>
                </a:ext>
              </a:extLst>
            </p:cNvPr>
            <p:cNvSpPr/>
            <p:nvPr/>
          </p:nvSpPr>
          <p:spPr>
            <a:xfrm>
              <a:off x="1724478" y="13518259"/>
              <a:ext cx="1229909" cy="107308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Census Data</a:t>
              </a:r>
            </a:p>
          </p:txBody>
        </p:sp>
        <p:sp>
          <p:nvSpPr>
            <p:cNvPr id="327" name="Cylinder 326">
              <a:extLst>
                <a:ext uri="{FF2B5EF4-FFF2-40B4-BE49-F238E27FC236}">
                  <a16:creationId xmlns:a16="http://schemas.microsoft.com/office/drawing/2014/main" id="{6D5E4973-AF70-497D-8D2A-DF193F0B1864}"/>
                </a:ext>
              </a:extLst>
            </p:cNvPr>
            <p:cNvSpPr/>
            <p:nvPr/>
          </p:nvSpPr>
          <p:spPr>
            <a:xfrm>
              <a:off x="3390295" y="13518259"/>
              <a:ext cx="1229909" cy="107308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Amenities Data</a:t>
              </a:r>
            </a:p>
          </p:txBody>
        </p:sp>
        <p:sp>
          <p:nvSpPr>
            <p:cNvPr id="329" name="Cylinder 328">
              <a:extLst>
                <a:ext uri="{FF2B5EF4-FFF2-40B4-BE49-F238E27FC236}">
                  <a16:creationId xmlns:a16="http://schemas.microsoft.com/office/drawing/2014/main" id="{A764E9DC-27CC-4AAD-89B2-C43485F76C7A}"/>
                </a:ext>
              </a:extLst>
            </p:cNvPr>
            <p:cNvSpPr/>
            <p:nvPr/>
          </p:nvSpPr>
          <p:spPr>
            <a:xfrm>
              <a:off x="5056112" y="13518259"/>
              <a:ext cx="1229909" cy="107308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Census Shapes</a:t>
              </a:r>
            </a:p>
          </p:txBody>
        </p:sp>
        <p:sp>
          <p:nvSpPr>
            <p:cNvPr id="330" name="Rectangle 329">
              <a:extLst>
                <a:ext uri="{FF2B5EF4-FFF2-40B4-BE49-F238E27FC236}">
                  <a16:creationId xmlns:a16="http://schemas.microsoft.com/office/drawing/2014/main" id="{EA791B9D-3586-4E14-BC11-6F1DA9AC08CD}"/>
                </a:ext>
              </a:extLst>
            </p:cNvPr>
            <p:cNvSpPr/>
            <p:nvPr/>
          </p:nvSpPr>
          <p:spPr>
            <a:xfrm>
              <a:off x="1722397" y="15122690"/>
              <a:ext cx="1229909" cy="10161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Clustering Code</a:t>
              </a:r>
            </a:p>
          </p:txBody>
        </p:sp>
        <p:sp>
          <p:nvSpPr>
            <p:cNvPr id="332" name="Cylinder 331">
              <a:extLst>
                <a:ext uri="{FF2B5EF4-FFF2-40B4-BE49-F238E27FC236}">
                  <a16:creationId xmlns:a16="http://schemas.microsoft.com/office/drawing/2014/main" id="{4F30BA34-949A-48F8-ADE4-F7FAC4D7DF9F}"/>
                </a:ext>
              </a:extLst>
            </p:cNvPr>
            <p:cNvSpPr/>
            <p:nvPr/>
          </p:nvSpPr>
          <p:spPr>
            <a:xfrm>
              <a:off x="1722397" y="16454415"/>
              <a:ext cx="1229909" cy="107308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Clustering Output</a:t>
              </a:r>
            </a:p>
          </p:txBody>
        </p:sp>
        <p:sp>
          <p:nvSpPr>
            <p:cNvPr id="334" name="Rectangle 333">
              <a:extLst>
                <a:ext uri="{FF2B5EF4-FFF2-40B4-BE49-F238E27FC236}">
                  <a16:creationId xmlns:a16="http://schemas.microsoft.com/office/drawing/2014/main" id="{0A788AFC-4B2D-45E5-B692-3D26ADDB4201}"/>
                </a:ext>
              </a:extLst>
            </p:cNvPr>
            <p:cNvSpPr/>
            <p:nvPr/>
          </p:nvSpPr>
          <p:spPr>
            <a:xfrm>
              <a:off x="3839698" y="14814196"/>
              <a:ext cx="1831368" cy="10161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Combine Amenities with Geographies</a:t>
              </a:r>
            </a:p>
          </p:txBody>
        </p:sp>
        <p:cxnSp>
          <p:nvCxnSpPr>
            <p:cNvPr id="335" name="Straight Arrow Connector 334">
              <a:extLst>
                <a:ext uri="{FF2B5EF4-FFF2-40B4-BE49-F238E27FC236}">
                  <a16:creationId xmlns:a16="http://schemas.microsoft.com/office/drawing/2014/main" id="{24337701-0834-4709-ABA5-50D4CF186527}"/>
                </a:ext>
              </a:extLst>
            </p:cNvPr>
            <p:cNvCxnSpPr>
              <a:cxnSpLocks/>
              <a:endCxn id="330" idx="0"/>
            </p:cNvCxnSpPr>
            <p:nvPr/>
          </p:nvCxnSpPr>
          <p:spPr>
            <a:xfrm>
              <a:off x="2337351" y="14607497"/>
              <a:ext cx="1" cy="51519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9" name="Straight Arrow Connector 338">
              <a:extLst>
                <a:ext uri="{FF2B5EF4-FFF2-40B4-BE49-F238E27FC236}">
                  <a16:creationId xmlns:a16="http://schemas.microsoft.com/office/drawing/2014/main" id="{8223C024-4CC8-448E-A1B5-003E90AB6451}"/>
                </a:ext>
              </a:extLst>
            </p:cNvPr>
            <p:cNvCxnSpPr>
              <a:cxnSpLocks/>
              <a:endCxn id="334" idx="0"/>
            </p:cNvCxnSpPr>
            <p:nvPr/>
          </p:nvCxnSpPr>
          <p:spPr>
            <a:xfrm>
              <a:off x="4209793" y="14607497"/>
              <a:ext cx="545589" cy="206699"/>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1" name="Straight Arrow Connector 340">
              <a:extLst>
                <a:ext uri="{FF2B5EF4-FFF2-40B4-BE49-F238E27FC236}">
                  <a16:creationId xmlns:a16="http://schemas.microsoft.com/office/drawing/2014/main" id="{88F5BF92-52D8-4AA5-AAEE-B043CCCBCE32}"/>
                </a:ext>
              </a:extLst>
            </p:cNvPr>
            <p:cNvCxnSpPr>
              <a:cxnSpLocks/>
              <a:stCxn id="329" idx="3"/>
            </p:cNvCxnSpPr>
            <p:nvPr/>
          </p:nvCxnSpPr>
          <p:spPr>
            <a:xfrm flipH="1">
              <a:off x="5056112" y="14591340"/>
              <a:ext cx="614955" cy="222856"/>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4" name="Straight Arrow Connector 343">
              <a:extLst>
                <a:ext uri="{FF2B5EF4-FFF2-40B4-BE49-F238E27FC236}">
                  <a16:creationId xmlns:a16="http://schemas.microsoft.com/office/drawing/2014/main" id="{38F5EEF9-6CB8-4C09-9268-4B3A60975D8C}"/>
                </a:ext>
              </a:extLst>
            </p:cNvPr>
            <p:cNvCxnSpPr>
              <a:cxnSpLocks/>
              <a:endCxn id="330" idx="3"/>
            </p:cNvCxnSpPr>
            <p:nvPr/>
          </p:nvCxnSpPr>
          <p:spPr>
            <a:xfrm flipH="1">
              <a:off x="2952306" y="15322248"/>
              <a:ext cx="887392" cy="30849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48" name="Straight Arrow Connector 347">
              <a:extLst>
                <a:ext uri="{FF2B5EF4-FFF2-40B4-BE49-F238E27FC236}">
                  <a16:creationId xmlns:a16="http://schemas.microsoft.com/office/drawing/2014/main" id="{283C880A-B1AB-4734-BAD0-0120BC214F1E}"/>
                </a:ext>
              </a:extLst>
            </p:cNvPr>
            <p:cNvCxnSpPr>
              <a:cxnSpLocks/>
              <a:endCxn id="332" idx="1"/>
            </p:cNvCxnSpPr>
            <p:nvPr/>
          </p:nvCxnSpPr>
          <p:spPr>
            <a:xfrm>
              <a:off x="2337351" y="16154952"/>
              <a:ext cx="1" cy="29946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52" name="Rectangle 351">
              <a:extLst>
                <a:ext uri="{FF2B5EF4-FFF2-40B4-BE49-F238E27FC236}">
                  <a16:creationId xmlns:a16="http://schemas.microsoft.com/office/drawing/2014/main" id="{69BBBDA7-5CF8-40C4-A00D-C625EE418802}"/>
                </a:ext>
              </a:extLst>
            </p:cNvPr>
            <p:cNvSpPr/>
            <p:nvPr/>
          </p:nvSpPr>
          <p:spPr>
            <a:xfrm>
              <a:off x="3435339" y="17825247"/>
              <a:ext cx="1133116" cy="1016105"/>
            </a:xfrm>
            <a:prstGeom prst="rect">
              <a:avLst/>
            </a:prstGeom>
            <a:solidFill>
              <a:srgbClr val="CCF0F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rPr>
                <a:t>Plotly</a:t>
              </a:r>
              <a:r>
                <a:rPr lang="en-US" sz="2000" dirty="0">
                  <a:solidFill>
                    <a:schemeClr val="tx1"/>
                  </a:solidFill>
                </a:rPr>
                <a:t> Fig Builder Code</a:t>
              </a:r>
            </a:p>
          </p:txBody>
        </p:sp>
        <p:sp>
          <p:nvSpPr>
            <p:cNvPr id="355" name="Rectangle 354">
              <a:extLst>
                <a:ext uri="{FF2B5EF4-FFF2-40B4-BE49-F238E27FC236}">
                  <a16:creationId xmlns:a16="http://schemas.microsoft.com/office/drawing/2014/main" id="{F9BB082D-97FC-4315-913E-DBEC43B00445}"/>
                </a:ext>
              </a:extLst>
            </p:cNvPr>
            <p:cNvSpPr/>
            <p:nvPr/>
          </p:nvSpPr>
          <p:spPr>
            <a:xfrm>
              <a:off x="1777638" y="17843116"/>
              <a:ext cx="1133116" cy="1016105"/>
            </a:xfrm>
            <a:prstGeom prst="rect">
              <a:avLst/>
            </a:prstGeom>
            <a:solidFill>
              <a:srgbClr val="00B4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Website Landing Page</a:t>
              </a:r>
            </a:p>
          </p:txBody>
        </p:sp>
        <p:sp>
          <p:nvSpPr>
            <p:cNvPr id="359" name="Rectangle 358">
              <a:extLst>
                <a:ext uri="{FF2B5EF4-FFF2-40B4-BE49-F238E27FC236}">
                  <a16:creationId xmlns:a16="http://schemas.microsoft.com/office/drawing/2014/main" id="{2953B638-9719-42E7-AD7D-A6399CE2C706}"/>
                </a:ext>
              </a:extLst>
            </p:cNvPr>
            <p:cNvSpPr/>
            <p:nvPr/>
          </p:nvSpPr>
          <p:spPr>
            <a:xfrm>
              <a:off x="5104508" y="17820665"/>
              <a:ext cx="1133116" cy="10161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Build Map Figures</a:t>
              </a:r>
            </a:p>
          </p:txBody>
        </p:sp>
        <p:sp>
          <p:nvSpPr>
            <p:cNvPr id="361" name="Rectangle 360">
              <a:extLst>
                <a:ext uri="{FF2B5EF4-FFF2-40B4-BE49-F238E27FC236}">
                  <a16:creationId xmlns:a16="http://schemas.microsoft.com/office/drawing/2014/main" id="{F9048151-D03C-4EE1-832B-8D2E8E278356}"/>
                </a:ext>
              </a:extLst>
            </p:cNvPr>
            <p:cNvSpPr/>
            <p:nvPr/>
          </p:nvSpPr>
          <p:spPr>
            <a:xfrm>
              <a:off x="3224743" y="19189922"/>
              <a:ext cx="1229909" cy="1016105"/>
            </a:xfrm>
            <a:prstGeom prst="rect">
              <a:avLst/>
            </a:prstGeom>
            <a:solidFill>
              <a:srgbClr val="00B4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Website Results Page</a:t>
              </a:r>
            </a:p>
          </p:txBody>
        </p:sp>
        <p:cxnSp>
          <p:nvCxnSpPr>
            <p:cNvPr id="364" name="Straight Arrow Connector 363">
              <a:extLst>
                <a:ext uri="{FF2B5EF4-FFF2-40B4-BE49-F238E27FC236}">
                  <a16:creationId xmlns:a16="http://schemas.microsoft.com/office/drawing/2014/main" id="{9DBAD108-6ED6-49EB-991E-33F5AE84FBD3}"/>
                </a:ext>
              </a:extLst>
            </p:cNvPr>
            <p:cNvCxnSpPr>
              <a:cxnSpLocks/>
              <a:stCxn id="332" idx="3"/>
              <a:endCxn id="355" idx="0"/>
            </p:cNvCxnSpPr>
            <p:nvPr/>
          </p:nvCxnSpPr>
          <p:spPr>
            <a:xfrm>
              <a:off x="2337352" y="17527496"/>
              <a:ext cx="6844" cy="31562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ABC9153-CBEB-4EEE-9A13-8153F22021A4}"/>
                </a:ext>
              </a:extLst>
            </p:cNvPr>
            <p:cNvCxnSpPr>
              <a:cxnSpLocks/>
              <a:endCxn id="355" idx="1"/>
            </p:cNvCxnSpPr>
            <p:nvPr/>
          </p:nvCxnSpPr>
          <p:spPr>
            <a:xfrm>
              <a:off x="834884" y="18351169"/>
              <a:ext cx="942754"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DD145681-7121-4205-8391-4C57C15E4826}"/>
                </a:ext>
              </a:extLst>
            </p:cNvPr>
            <p:cNvCxnSpPr>
              <a:cxnSpLocks/>
              <a:endCxn id="352" idx="1"/>
            </p:cNvCxnSpPr>
            <p:nvPr/>
          </p:nvCxnSpPr>
          <p:spPr>
            <a:xfrm>
              <a:off x="2910754" y="18333300"/>
              <a:ext cx="524585"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5" name="Straight Arrow Connector 374">
              <a:extLst>
                <a:ext uri="{FF2B5EF4-FFF2-40B4-BE49-F238E27FC236}">
                  <a16:creationId xmlns:a16="http://schemas.microsoft.com/office/drawing/2014/main" id="{A0899DFD-F3DE-476E-9CCE-C336CFEC2CF6}"/>
                </a:ext>
              </a:extLst>
            </p:cNvPr>
            <p:cNvCxnSpPr>
              <a:cxnSpLocks/>
              <a:stCxn id="352" idx="3"/>
              <a:endCxn id="359" idx="1"/>
            </p:cNvCxnSpPr>
            <p:nvPr/>
          </p:nvCxnSpPr>
          <p:spPr>
            <a:xfrm flipV="1">
              <a:off x="4568455" y="18328718"/>
              <a:ext cx="536053" cy="458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41" name="Group 40">
              <a:extLst>
                <a:ext uri="{FF2B5EF4-FFF2-40B4-BE49-F238E27FC236}">
                  <a16:creationId xmlns:a16="http://schemas.microsoft.com/office/drawing/2014/main" id="{704F18F8-12ED-4782-9CC8-7C1E81004B0F}"/>
                </a:ext>
              </a:extLst>
            </p:cNvPr>
            <p:cNvGrpSpPr/>
            <p:nvPr/>
          </p:nvGrpSpPr>
          <p:grpSpPr>
            <a:xfrm>
              <a:off x="4454654" y="18836770"/>
              <a:ext cx="1333304" cy="772005"/>
              <a:chOff x="4454653" y="18807368"/>
              <a:chExt cx="1577881" cy="801407"/>
            </a:xfrm>
          </p:grpSpPr>
          <p:cxnSp>
            <p:nvCxnSpPr>
              <p:cNvPr id="377" name="Straight Connector 376">
                <a:extLst>
                  <a:ext uri="{FF2B5EF4-FFF2-40B4-BE49-F238E27FC236}">
                    <a16:creationId xmlns:a16="http://schemas.microsoft.com/office/drawing/2014/main" id="{07C5E2C9-7153-47FB-BF87-4FF22B9BDCCF}"/>
                  </a:ext>
                </a:extLst>
              </p:cNvPr>
              <p:cNvCxnSpPr>
                <a:cxnSpLocks/>
              </p:cNvCxnSpPr>
              <p:nvPr/>
            </p:nvCxnSpPr>
            <p:spPr>
              <a:xfrm>
                <a:off x="6032534" y="18807368"/>
                <a:ext cx="0" cy="80140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82" name="Straight Arrow Connector 381">
                <a:extLst>
                  <a:ext uri="{FF2B5EF4-FFF2-40B4-BE49-F238E27FC236}">
                    <a16:creationId xmlns:a16="http://schemas.microsoft.com/office/drawing/2014/main" id="{4BDB41C9-22E8-4FAC-9658-5BCE3161053F}"/>
                  </a:ext>
                </a:extLst>
              </p:cNvPr>
              <p:cNvCxnSpPr>
                <a:cxnSpLocks/>
              </p:cNvCxnSpPr>
              <p:nvPr/>
            </p:nvCxnSpPr>
            <p:spPr>
              <a:xfrm flipH="1">
                <a:off x="4454653" y="19608775"/>
                <a:ext cx="1577881"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353" name="Smiley Face 352">
              <a:extLst>
                <a:ext uri="{FF2B5EF4-FFF2-40B4-BE49-F238E27FC236}">
                  <a16:creationId xmlns:a16="http://schemas.microsoft.com/office/drawing/2014/main" id="{A5C090A5-D9DF-4A64-AD04-F2570A826ED6}"/>
                </a:ext>
              </a:extLst>
            </p:cNvPr>
            <p:cNvSpPr/>
            <p:nvPr/>
          </p:nvSpPr>
          <p:spPr>
            <a:xfrm>
              <a:off x="388424" y="17405321"/>
              <a:ext cx="879232" cy="908864"/>
            </a:xfrm>
            <a:prstGeom prst="smileyFac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lang="en-US" dirty="0">
                  <a:solidFill>
                    <a:schemeClr val="tx1"/>
                  </a:solidFill>
                </a:rPr>
                <a:t> </a:t>
              </a:r>
            </a:p>
          </p:txBody>
        </p:sp>
        <p:cxnSp>
          <p:nvCxnSpPr>
            <p:cNvPr id="385" name="Straight Connector 384">
              <a:extLst>
                <a:ext uri="{FF2B5EF4-FFF2-40B4-BE49-F238E27FC236}">
                  <a16:creationId xmlns:a16="http://schemas.microsoft.com/office/drawing/2014/main" id="{1684B5CB-DEEF-4889-B9B6-40DEAC17CBD9}"/>
                </a:ext>
              </a:extLst>
            </p:cNvPr>
            <p:cNvCxnSpPr>
              <a:cxnSpLocks/>
            </p:cNvCxnSpPr>
            <p:nvPr/>
          </p:nvCxnSpPr>
          <p:spPr>
            <a:xfrm>
              <a:off x="828040" y="18328718"/>
              <a:ext cx="0" cy="12800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87" name="Straight Arrow Connector 386">
              <a:extLst>
                <a:ext uri="{FF2B5EF4-FFF2-40B4-BE49-F238E27FC236}">
                  <a16:creationId xmlns:a16="http://schemas.microsoft.com/office/drawing/2014/main" id="{02A73B2D-9A84-4672-8445-1852EAA1AFDC}"/>
                </a:ext>
              </a:extLst>
            </p:cNvPr>
            <p:cNvCxnSpPr>
              <a:cxnSpLocks/>
            </p:cNvCxnSpPr>
            <p:nvPr/>
          </p:nvCxnSpPr>
          <p:spPr>
            <a:xfrm>
              <a:off x="828040" y="19608775"/>
              <a:ext cx="2396703" cy="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89" name="Arrow: U-Turn 388">
              <a:extLst>
                <a:ext uri="{FF2B5EF4-FFF2-40B4-BE49-F238E27FC236}">
                  <a16:creationId xmlns:a16="http://schemas.microsoft.com/office/drawing/2014/main" id="{A0EF71E6-68E8-4FCF-BEC4-3DE7DC890C25}"/>
                </a:ext>
              </a:extLst>
            </p:cNvPr>
            <p:cNvSpPr/>
            <p:nvPr/>
          </p:nvSpPr>
          <p:spPr>
            <a:xfrm rot="16200000">
              <a:off x="2707716" y="19333088"/>
              <a:ext cx="475253" cy="508074"/>
            </a:xfrm>
            <a:prstGeom prst="uturnArrow">
              <a:avLst>
                <a:gd name="adj1" fmla="val 2898"/>
                <a:gd name="adj2" fmla="val 13949"/>
                <a:gd name="adj3" fmla="val 25000"/>
                <a:gd name="adj4" fmla="val 43750"/>
                <a:gd name="adj5" fmla="val 100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ysClr val="windowText" lastClr="000000"/>
                  </a:solidFill>
                </a:ln>
                <a:solidFill>
                  <a:schemeClr val="tx1"/>
                </a:solidFill>
              </a:endParaRPr>
            </a:p>
          </p:txBody>
        </p:sp>
        <p:sp>
          <p:nvSpPr>
            <p:cNvPr id="2" name="TextBox 1">
              <a:extLst>
                <a:ext uri="{FF2B5EF4-FFF2-40B4-BE49-F238E27FC236}">
                  <a16:creationId xmlns:a16="http://schemas.microsoft.com/office/drawing/2014/main" id="{49766F6B-2E20-41C9-98E9-D7BAEAC046D4}"/>
                </a:ext>
              </a:extLst>
            </p:cNvPr>
            <p:cNvSpPr txBox="1"/>
            <p:nvPr/>
          </p:nvSpPr>
          <p:spPr>
            <a:xfrm>
              <a:off x="460352" y="17727811"/>
              <a:ext cx="735375" cy="369332"/>
            </a:xfrm>
            <a:prstGeom prst="rect">
              <a:avLst/>
            </a:prstGeom>
            <a:noFill/>
          </p:spPr>
          <p:txBody>
            <a:bodyPr wrap="square" rtlCol="0">
              <a:spAutoFit/>
            </a:bodyPr>
            <a:lstStyle/>
            <a:p>
              <a:pPr algn="ctr"/>
              <a:r>
                <a:rPr lang="en-US" dirty="0"/>
                <a:t>User</a:t>
              </a:r>
            </a:p>
          </p:txBody>
        </p:sp>
      </p:grpSp>
      <p:sp>
        <p:nvSpPr>
          <p:cNvPr id="118" name="Rectangle 117">
            <a:extLst>
              <a:ext uri="{FF2B5EF4-FFF2-40B4-BE49-F238E27FC236}">
                <a16:creationId xmlns:a16="http://schemas.microsoft.com/office/drawing/2014/main" id="{8548E907-019D-456C-AF4F-AFB8FE6496B7}"/>
              </a:ext>
            </a:extLst>
          </p:cNvPr>
          <p:cNvSpPr/>
          <p:nvPr/>
        </p:nvSpPr>
        <p:spPr>
          <a:xfrm>
            <a:off x="9375188" y="21013750"/>
            <a:ext cx="6849420" cy="4989656"/>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9" name="TextBox 118">
            <a:extLst>
              <a:ext uri="{FF2B5EF4-FFF2-40B4-BE49-F238E27FC236}">
                <a16:creationId xmlns:a16="http://schemas.microsoft.com/office/drawing/2014/main" id="{217B49D2-AEA5-47B8-A761-71502F314838}"/>
              </a:ext>
            </a:extLst>
          </p:cNvPr>
          <p:cNvSpPr txBox="1"/>
          <p:nvPr/>
        </p:nvSpPr>
        <p:spPr>
          <a:xfrm>
            <a:off x="471155" y="21097486"/>
            <a:ext cx="4252328" cy="523220"/>
          </a:xfrm>
          <a:prstGeom prst="rect">
            <a:avLst/>
          </a:prstGeom>
          <a:noFill/>
        </p:spPr>
        <p:txBody>
          <a:bodyPr wrap="square">
            <a:spAutoFit/>
          </a:bodyPr>
          <a:lstStyle/>
          <a:p>
            <a:pPr algn="ctr"/>
            <a:r>
              <a:rPr lang="en-US" sz="2800" b="1" dirty="0"/>
              <a:t>Welcome Search Screen</a:t>
            </a:r>
          </a:p>
        </p:txBody>
      </p:sp>
      <p:sp>
        <p:nvSpPr>
          <p:cNvPr id="120" name="TextBox 119">
            <a:extLst>
              <a:ext uri="{FF2B5EF4-FFF2-40B4-BE49-F238E27FC236}">
                <a16:creationId xmlns:a16="http://schemas.microsoft.com/office/drawing/2014/main" id="{A2B9D2A5-0324-431C-9B99-73E58850C26D}"/>
              </a:ext>
            </a:extLst>
          </p:cNvPr>
          <p:cNvSpPr txBox="1"/>
          <p:nvPr/>
        </p:nvSpPr>
        <p:spPr>
          <a:xfrm>
            <a:off x="5158721" y="21097486"/>
            <a:ext cx="3889348" cy="523220"/>
          </a:xfrm>
          <a:prstGeom prst="rect">
            <a:avLst/>
          </a:prstGeom>
          <a:noFill/>
        </p:spPr>
        <p:txBody>
          <a:bodyPr wrap="square">
            <a:spAutoFit/>
          </a:bodyPr>
          <a:lstStyle/>
          <a:p>
            <a:pPr algn="ctr"/>
            <a:r>
              <a:rPr lang="en-US" sz="2800" b="1" dirty="0"/>
              <a:t>Search Results</a:t>
            </a:r>
          </a:p>
        </p:txBody>
      </p:sp>
      <p:sp>
        <p:nvSpPr>
          <p:cNvPr id="121" name="TextBox 120">
            <a:extLst>
              <a:ext uri="{FF2B5EF4-FFF2-40B4-BE49-F238E27FC236}">
                <a16:creationId xmlns:a16="http://schemas.microsoft.com/office/drawing/2014/main" id="{6163BBFA-9101-440F-8698-FE4E09B7A016}"/>
              </a:ext>
            </a:extLst>
          </p:cNvPr>
          <p:cNvSpPr txBox="1"/>
          <p:nvPr/>
        </p:nvSpPr>
        <p:spPr>
          <a:xfrm>
            <a:off x="9303962" y="21097486"/>
            <a:ext cx="7003349" cy="523220"/>
          </a:xfrm>
          <a:prstGeom prst="rect">
            <a:avLst/>
          </a:prstGeom>
          <a:noFill/>
        </p:spPr>
        <p:txBody>
          <a:bodyPr wrap="square">
            <a:spAutoFit/>
          </a:bodyPr>
          <a:lstStyle/>
          <a:p>
            <a:pPr algn="ctr"/>
            <a:r>
              <a:rPr lang="en-US" sz="2800" b="1" dirty="0"/>
              <a:t>Interactivity (Click on Recommendation)</a:t>
            </a:r>
          </a:p>
        </p:txBody>
      </p:sp>
      <p:sp>
        <p:nvSpPr>
          <p:cNvPr id="122" name="TextBox 121">
            <a:extLst>
              <a:ext uri="{FF2B5EF4-FFF2-40B4-BE49-F238E27FC236}">
                <a16:creationId xmlns:a16="http://schemas.microsoft.com/office/drawing/2014/main" id="{FC9D118E-99CD-474F-9AED-46B29CF2054E}"/>
              </a:ext>
            </a:extLst>
          </p:cNvPr>
          <p:cNvSpPr txBox="1"/>
          <p:nvPr/>
        </p:nvSpPr>
        <p:spPr>
          <a:xfrm>
            <a:off x="9679528" y="21674011"/>
            <a:ext cx="3190780" cy="400110"/>
          </a:xfrm>
          <a:prstGeom prst="rect">
            <a:avLst/>
          </a:prstGeom>
          <a:noFill/>
        </p:spPr>
        <p:txBody>
          <a:bodyPr wrap="square">
            <a:spAutoFit/>
          </a:bodyPr>
          <a:lstStyle/>
          <a:p>
            <a:pPr algn="ctr"/>
            <a:r>
              <a:rPr lang="en-US" sz="2000" dirty="0"/>
              <a:t>Map zooms to selection</a:t>
            </a:r>
          </a:p>
        </p:txBody>
      </p:sp>
      <p:sp>
        <p:nvSpPr>
          <p:cNvPr id="128" name="TextBox 127">
            <a:extLst>
              <a:ext uri="{FF2B5EF4-FFF2-40B4-BE49-F238E27FC236}">
                <a16:creationId xmlns:a16="http://schemas.microsoft.com/office/drawing/2014/main" id="{CECF8E1B-BE30-42F1-8EE3-84882C9BA17D}"/>
              </a:ext>
            </a:extLst>
          </p:cNvPr>
          <p:cNvSpPr txBox="1"/>
          <p:nvPr/>
        </p:nvSpPr>
        <p:spPr>
          <a:xfrm>
            <a:off x="9679529" y="23798240"/>
            <a:ext cx="3190779" cy="400110"/>
          </a:xfrm>
          <a:prstGeom prst="rect">
            <a:avLst/>
          </a:prstGeom>
          <a:solidFill>
            <a:schemeClr val="bg1"/>
          </a:solidFill>
        </p:spPr>
        <p:txBody>
          <a:bodyPr wrap="square">
            <a:spAutoFit/>
          </a:bodyPr>
          <a:lstStyle/>
          <a:p>
            <a:pPr algn="ctr"/>
            <a:r>
              <a:rPr lang="en-US" sz="2000" dirty="0"/>
              <a:t>Filter amenities on map</a:t>
            </a:r>
          </a:p>
        </p:txBody>
      </p:sp>
      <p:sp>
        <p:nvSpPr>
          <p:cNvPr id="130" name="TextBox 129">
            <a:extLst>
              <a:ext uri="{FF2B5EF4-FFF2-40B4-BE49-F238E27FC236}">
                <a16:creationId xmlns:a16="http://schemas.microsoft.com/office/drawing/2014/main" id="{9F4F9728-41A4-43A0-A17A-FD3B6D901143}"/>
              </a:ext>
            </a:extLst>
          </p:cNvPr>
          <p:cNvSpPr txBox="1"/>
          <p:nvPr/>
        </p:nvSpPr>
        <p:spPr>
          <a:xfrm>
            <a:off x="4984602" y="21600806"/>
            <a:ext cx="4301136" cy="707886"/>
          </a:xfrm>
          <a:prstGeom prst="rect">
            <a:avLst/>
          </a:prstGeom>
          <a:noFill/>
        </p:spPr>
        <p:txBody>
          <a:bodyPr wrap="square" lIns="91440" tIns="45720" rIns="91440" bIns="45720" anchor="t">
            <a:spAutoFit/>
          </a:bodyPr>
          <a:lstStyle/>
          <a:p>
            <a:r>
              <a:rPr lang="en-US" sz="2000" dirty="0"/>
              <a:t>Highlights all neighborhoods in a cluster and features the 3 most similar</a:t>
            </a:r>
          </a:p>
        </p:txBody>
      </p:sp>
      <p:sp>
        <p:nvSpPr>
          <p:cNvPr id="131" name="TextBox 130">
            <a:extLst>
              <a:ext uri="{FF2B5EF4-FFF2-40B4-BE49-F238E27FC236}">
                <a16:creationId xmlns:a16="http://schemas.microsoft.com/office/drawing/2014/main" id="{4BAE80FA-BC9E-411B-ABF5-B3D721E9E875}"/>
              </a:ext>
            </a:extLst>
          </p:cNvPr>
          <p:cNvSpPr txBox="1"/>
          <p:nvPr/>
        </p:nvSpPr>
        <p:spPr>
          <a:xfrm>
            <a:off x="13390017" y="21602936"/>
            <a:ext cx="2642518" cy="1323439"/>
          </a:xfrm>
          <a:prstGeom prst="rect">
            <a:avLst/>
          </a:prstGeom>
          <a:noFill/>
        </p:spPr>
        <p:txBody>
          <a:bodyPr wrap="square" lIns="91440" tIns="45720" rIns="91440" bIns="45720" anchor="t">
            <a:spAutoFit/>
          </a:bodyPr>
          <a:lstStyle/>
          <a:p>
            <a:pPr algn="ctr"/>
            <a:r>
              <a:rPr lang="en-US" sz="2000" dirty="0"/>
              <a:t>See how the selected recommendation compares to the original search</a:t>
            </a:r>
          </a:p>
        </p:txBody>
      </p:sp>
      <p:sp>
        <p:nvSpPr>
          <p:cNvPr id="133" name="Rectangle 132">
            <a:extLst>
              <a:ext uri="{FF2B5EF4-FFF2-40B4-BE49-F238E27FC236}">
                <a16:creationId xmlns:a16="http://schemas.microsoft.com/office/drawing/2014/main" id="{D58A9227-32A9-4920-B477-61B7FEE46B6F}"/>
              </a:ext>
            </a:extLst>
          </p:cNvPr>
          <p:cNvSpPr/>
          <p:nvPr/>
        </p:nvSpPr>
        <p:spPr>
          <a:xfrm>
            <a:off x="388686" y="21013808"/>
            <a:ext cx="4417267" cy="4990517"/>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4" name="Rectangle 133">
            <a:extLst>
              <a:ext uri="{FF2B5EF4-FFF2-40B4-BE49-F238E27FC236}">
                <a16:creationId xmlns:a16="http://schemas.microsoft.com/office/drawing/2014/main" id="{5553152B-A669-43AB-A0FF-D6C8BBDE0E64}"/>
              </a:ext>
            </a:extLst>
          </p:cNvPr>
          <p:cNvSpPr/>
          <p:nvPr/>
        </p:nvSpPr>
        <p:spPr>
          <a:xfrm>
            <a:off x="4902829" y="21014658"/>
            <a:ext cx="4401133" cy="4989656"/>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 name="TextBox 5">
            <a:extLst>
              <a:ext uri="{FF2B5EF4-FFF2-40B4-BE49-F238E27FC236}">
                <a16:creationId xmlns:a16="http://schemas.microsoft.com/office/drawing/2014/main" id="{4FF52F19-3490-4490-8D35-97594ED059D2}"/>
              </a:ext>
            </a:extLst>
          </p:cNvPr>
          <p:cNvSpPr txBox="1"/>
          <p:nvPr/>
        </p:nvSpPr>
        <p:spPr>
          <a:xfrm>
            <a:off x="16630873" y="13331511"/>
            <a:ext cx="13391632" cy="6801862"/>
          </a:xfrm>
          <a:prstGeom prst="rect">
            <a:avLst/>
          </a:prstGeom>
          <a:noFill/>
        </p:spPr>
        <p:txBody>
          <a:bodyPr wrap="square" lIns="91440" tIns="45720" rIns="91440" bIns="45720" rtlCol="0" anchor="t">
            <a:spAutoFit/>
          </a:bodyPr>
          <a:lstStyle/>
          <a:p>
            <a:pPr>
              <a:spcAft>
                <a:spcPts val="1200"/>
              </a:spcAft>
            </a:pPr>
            <a:r>
              <a:rPr lang="en-US" sz="3200" b="1" dirty="0"/>
              <a:t>Is the data clusterable? </a:t>
            </a:r>
            <a:r>
              <a:rPr lang="en-US" sz="3200" dirty="0"/>
              <a:t>We ran a statistical test that used the Hopkins statistic, which measures the probability that a dataset was generated by a uniform distribution</a:t>
            </a:r>
            <a:r>
              <a:rPr lang="en-US" sz="3200" baseline="30000" dirty="0"/>
              <a:t>4</a:t>
            </a:r>
            <a:r>
              <a:rPr lang="en-US" sz="3200" dirty="0"/>
              <a:t>. With a threshold of 0.5, the Hopkins statistic returned a result of 0.008, so we rejected the null hypothesis in favor of the alternative that our data contained clusters and was not uniformly distributed.</a:t>
            </a:r>
          </a:p>
          <a:p>
            <a:pPr>
              <a:spcAft>
                <a:spcPts val="1200"/>
              </a:spcAft>
            </a:pPr>
            <a:r>
              <a:rPr kumimoji="0" lang="en-US" sz="3200" b="1" i="0" u="none" strike="noStrike" kern="1200" cap="none" spc="0" normalizeH="0" baseline="0" noProof="0" dirty="0">
                <a:ln>
                  <a:noFill/>
                </a:ln>
                <a:effectLst/>
                <a:uLnTx/>
                <a:uFillTx/>
                <a:ea typeface="+mn-ea"/>
                <a:cs typeface="+mn-cs"/>
              </a:rPr>
              <a:t>How many clusters?</a:t>
            </a:r>
            <a:r>
              <a:rPr kumimoji="0" lang="en-US" sz="3200" b="0" i="1" u="none" strike="noStrike" kern="1200" cap="none" spc="0" normalizeH="0" baseline="0" noProof="0" dirty="0">
                <a:ln>
                  <a:noFill/>
                </a:ln>
                <a:effectLst/>
                <a:uLnTx/>
                <a:uFillTx/>
                <a:ea typeface="+mn-ea"/>
                <a:cs typeface="+mn-cs"/>
              </a:rPr>
              <a:t> </a:t>
            </a:r>
            <a:r>
              <a:rPr lang="en-US" sz="3200" dirty="0"/>
              <a:t>To choose the correct</a:t>
            </a:r>
            <a:r>
              <a:rPr kumimoji="0" lang="en-US" sz="3200" b="0" i="0" u="none" strike="noStrike" kern="1200" cap="none" spc="0" normalizeH="0" baseline="0" noProof="0" dirty="0">
                <a:ln>
                  <a:noFill/>
                </a:ln>
                <a:effectLst/>
                <a:uLnTx/>
                <a:uFillTx/>
                <a:ea typeface="+mn-ea"/>
                <a:cs typeface="+mn-cs"/>
              </a:rPr>
              <a:t> number of clusters</a:t>
            </a:r>
            <a:r>
              <a:rPr lang="en-US" sz="3200" dirty="0"/>
              <a:t>, we compared </a:t>
            </a:r>
            <a:r>
              <a:rPr kumimoji="0" lang="en-US" sz="3200" b="0" i="0" u="none" strike="noStrike" kern="1200" cap="none" spc="0" normalizeH="0" baseline="0" noProof="0" dirty="0">
                <a:ln>
                  <a:noFill/>
                </a:ln>
                <a:effectLst/>
                <a:uLnTx/>
                <a:uFillTx/>
                <a:ea typeface="+mn-ea"/>
                <a:cs typeface="+mn-cs"/>
              </a:rPr>
              <a:t>relevant internal validity </a:t>
            </a:r>
            <a:r>
              <a:rPr lang="en-US" sz="3200" dirty="0"/>
              <a:t>measures </a:t>
            </a:r>
            <a:r>
              <a:rPr kumimoji="0" lang="en-US" sz="3200" b="0" i="0" u="none" strike="noStrike" kern="1200" cap="none" spc="0" normalizeH="0" baseline="0" noProof="0" dirty="0">
                <a:ln>
                  <a:noFill/>
                </a:ln>
                <a:effectLst/>
                <a:uLnTx/>
                <a:uFillTx/>
                <a:ea typeface="+mn-ea"/>
                <a:cs typeface="+mn-cs"/>
              </a:rPr>
              <a:t>(Fig. 1</a:t>
            </a:r>
            <a:r>
              <a:rPr lang="en-US" sz="3200" dirty="0"/>
              <a:t>)</a:t>
            </a:r>
            <a:r>
              <a:rPr kumimoji="0" lang="en-US" sz="3200" b="0" i="0" u="none" strike="noStrike" kern="1200" cap="none" spc="0" normalizeH="0" baseline="0" noProof="0" dirty="0">
                <a:ln>
                  <a:noFill/>
                </a:ln>
                <a:effectLst/>
                <a:uLnTx/>
                <a:uFillTx/>
                <a:ea typeface="+mn-ea"/>
                <a:cs typeface="+mn-cs"/>
              </a:rPr>
              <a:t> </a:t>
            </a:r>
            <a:r>
              <a:rPr lang="en-US" sz="3200" dirty="0"/>
              <a:t>with</a:t>
            </a:r>
            <a:r>
              <a:rPr kumimoji="0" lang="en-US" sz="3200" b="0" i="0" u="none" strike="noStrike" kern="1200" cap="none" spc="0" normalizeH="0" baseline="0" noProof="0" dirty="0">
                <a:ln>
                  <a:noFill/>
                </a:ln>
                <a:effectLst/>
                <a:uLnTx/>
                <a:uFillTx/>
                <a:ea typeface="+mn-ea"/>
                <a:cs typeface="+mn-cs"/>
              </a:rPr>
              <a:t> </a:t>
            </a:r>
            <a:r>
              <a:rPr lang="en-US" sz="3200" dirty="0"/>
              <a:t>the load</a:t>
            </a:r>
            <a:r>
              <a:rPr kumimoji="0" lang="en-US" sz="3200" b="0" i="0" u="none" strike="noStrike" kern="1200" cap="none" spc="0" normalizeH="0" baseline="0" noProof="0" dirty="0">
                <a:ln>
                  <a:noFill/>
                </a:ln>
                <a:effectLst/>
                <a:uLnTx/>
                <a:uFillTx/>
                <a:ea typeface="+mn-ea"/>
                <a:cs typeface="+mn-cs"/>
              </a:rPr>
              <a:t> times of our visualization tool (Fig. 2). Ultimately, we selected 50 clusters for all </a:t>
            </a:r>
            <a:r>
              <a:rPr lang="en-US" sz="3200" dirty="0"/>
              <a:t>the algorithms we tested in </a:t>
            </a:r>
            <a:r>
              <a:rPr kumimoji="0" lang="en-US" sz="3200" b="0" i="0" u="none" strike="noStrike" kern="1200" cap="none" spc="0" normalizeH="0" baseline="0" noProof="0" dirty="0">
                <a:ln>
                  <a:noFill/>
                </a:ln>
                <a:effectLst/>
                <a:uLnTx/>
                <a:uFillTx/>
                <a:ea typeface="+mn-ea"/>
                <a:cs typeface="+mn-cs"/>
              </a:rPr>
              <a:t>order to improve the user experience of our tool.</a:t>
            </a:r>
            <a:endParaRPr lang="en-US" sz="3200" b="0" i="0" u="none" strike="noStrike" kern="1200" cap="none" spc="0" normalizeH="0" baseline="0" noProof="0" dirty="0">
              <a:ln>
                <a:noFill/>
              </a:ln>
              <a:effectLst/>
              <a:uLnTx/>
              <a:uFillTx/>
              <a:cs typeface="Calibri"/>
            </a:endParaRPr>
          </a:p>
          <a:p>
            <a:pPr>
              <a:spcAft>
                <a:spcPts val="1200"/>
              </a:spcAft>
            </a:pPr>
            <a:r>
              <a:rPr kumimoji="0" lang="en-US" sz="3200" b="1" i="0" u="none" strike="noStrike" kern="1200" cap="none" spc="0" normalizeH="0" baseline="0" noProof="0" dirty="0">
                <a:ln>
                  <a:noFill/>
                </a:ln>
                <a:effectLst/>
                <a:uLnTx/>
                <a:uFillTx/>
                <a:ea typeface="+mn-ea"/>
                <a:cs typeface="+mn-cs"/>
              </a:rPr>
              <a:t>Which algorithm to use?</a:t>
            </a:r>
            <a:r>
              <a:rPr lang="en-US" sz="3200" dirty="0"/>
              <a:t> We evaluated the Silhouette, Calinski-</a:t>
            </a:r>
            <a:r>
              <a:rPr lang="en-US" sz="3200" dirty="0" err="1"/>
              <a:t>Harabasz</a:t>
            </a:r>
            <a:r>
              <a:rPr lang="en-US" sz="3200" dirty="0"/>
              <a:t>, and Davies-Bouldin internal validity measures to determine the best clustering method with 50 clusters for</a:t>
            </a:r>
            <a:r>
              <a:rPr lang="en-US" sz="3200" dirty="0">
                <a:ea typeface="+mn-lt"/>
                <a:cs typeface="+mn-lt"/>
              </a:rPr>
              <a:t> our dataset</a:t>
            </a:r>
            <a:r>
              <a:rPr lang="en-US" sz="3200" dirty="0"/>
              <a:t> (Fig. 3). Based on the results, the </a:t>
            </a:r>
            <a:r>
              <a:rPr lang="en-US" sz="3200" dirty="0" err="1"/>
              <a:t>KMeans</a:t>
            </a:r>
            <a:r>
              <a:rPr lang="en-US" sz="3200" dirty="0"/>
              <a:t> algorithm was chosen to be the final model for our tool (Fig. 4)</a:t>
            </a:r>
            <a:endParaRPr lang="en-US" sz="3200" dirty="0">
              <a:cs typeface="Calibri"/>
            </a:endParaRPr>
          </a:p>
        </p:txBody>
      </p:sp>
      <p:sp>
        <p:nvSpPr>
          <p:cNvPr id="15" name="TextBox 14">
            <a:extLst>
              <a:ext uri="{FF2B5EF4-FFF2-40B4-BE49-F238E27FC236}">
                <a16:creationId xmlns:a16="http://schemas.microsoft.com/office/drawing/2014/main" id="{88B5DC4E-C90D-44BE-AAB9-330016E3DE80}"/>
              </a:ext>
            </a:extLst>
          </p:cNvPr>
          <p:cNvSpPr txBox="1"/>
          <p:nvPr/>
        </p:nvSpPr>
        <p:spPr>
          <a:xfrm>
            <a:off x="32368937" y="13148288"/>
            <a:ext cx="1351717" cy="523220"/>
          </a:xfrm>
          <a:prstGeom prst="rect">
            <a:avLst/>
          </a:prstGeom>
          <a:noFill/>
        </p:spPr>
        <p:txBody>
          <a:bodyPr wrap="none" rtlCol="0">
            <a:spAutoFit/>
          </a:bodyPr>
          <a:lstStyle/>
          <a:p>
            <a:r>
              <a:rPr lang="en-US" sz="2800" dirty="0"/>
              <a:t>Figure 1</a:t>
            </a:r>
          </a:p>
        </p:txBody>
      </p:sp>
      <p:sp>
        <p:nvSpPr>
          <p:cNvPr id="17" name="TextBox 16">
            <a:extLst>
              <a:ext uri="{FF2B5EF4-FFF2-40B4-BE49-F238E27FC236}">
                <a16:creationId xmlns:a16="http://schemas.microsoft.com/office/drawing/2014/main" id="{F21477AD-1A3D-4E93-8A00-3BDD69E853BE}"/>
              </a:ext>
            </a:extLst>
          </p:cNvPr>
          <p:cNvSpPr txBox="1"/>
          <p:nvPr/>
        </p:nvSpPr>
        <p:spPr>
          <a:xfrm>
            <a:off x="32406462" y="17642514"/>
            <a:ext cx="1351717" cy="523220"/>
          </a:xfrm>
          <a:prstGeom prst="rect">
            <a:avLst/>
          </a:prstGeom>
          <a:noFill/>
        </p:spPr>
        <p:txBody>
          <a:bodyPr wrap="none" rtlCol="0">
            <a:spAutoFit/>
          </a:bodyPr>
          <a:lstStyle/>
          <a:p>
            <a:r>
              <a:rPr lang="en-US" sz="2800" dirty="0"/>
              <a:t>Figure 2</a:t>
            </a:r>
          </a:p>
        </p:txBody>
      </p:sp>
      <p:graphicFrame>
        <p:nvGraphicFramePr>
          <p:cNvPr id="21" name="Table 20">
            <a:extLst>
              <a:ext uri="{FF2B5EF4-FFF2-40B4-BE49-F238E27FC236}">
                <a16:creationId xmlns:a16="http://schemas.microsoft.com/office/drawing/2014/main" id="{0E1ACD61-AAE5-409F-B6EF-694FC8F34390}"/>
              </a:ext>
            </a:extLst>
          </p:cNvPr>
          <p:cNvGraphicFramePr>
            <a:graphicFrameLocks noGrp="1"/>
          </p:cNvGraphicFramePr>
          <p:nvPr>
            <p:extLst>
              <p:ext uri="{D42A27DB-BD31-4B8C-83A1-F6EECF244321}">
                <p14:modId xmlns:p14="http://schemas.microsoft.com/office/powerpoint/2010/main" val="1351526735"/>
              </p:ext>
            </p:extLst>
          </p:nvPr>
        </p:nvGraphicFramePr>
        <p:xfrm>
          <a:off x="30094329" y="13649866"/>
          <a:ext cx="5900931" cy="3348990"/>
        </p:xfrm>
        <a:graphic>
          <a:graphicData uri="http://schemas.openxmlformats.org/drawingml/2006/table">
            <a:tbl>
              <a:tblPr>
                <a:tableStyleId>{5C22544A-7EE6-4342-B048-85BDC9FD1C3A}</a:tableStyleId>
              </a:tblPr>
              <a:tblGrid>
                <a:gridCol w="1048080">
                  <a:extLst>
                    <a:ext uri="{9D8B030D-6E8A-4147-A177-3AD203B41FA5}">
                      <a16:colId xmlns:a16="http://schemas.microsoft.com/office/drawing/2014/main" val="3614145097"/>
                    </a:ext>
                  </a:extLst>
                </a:gridCol>
                <a:gridCol w="985922">
                  <a:extLst>
                    <a:ext uri="{9D8B030D-6E8A-4147-A177-3AD203B41FA5}">
                      <a16:colId xmlns:a16="http://schemas.microsoft.com/office/drawing/2014/main" val="74807290"/>
                    </a:ext>
                  </a:extLst>
                </a:gridCol>
                <a:gridCol w="1093016">
                  <a:extLst>
                    <a:ext uri="{9D8B030D-6E8A-4147-A177-3AD203B41FA5}">
                      <a16:colId xmlns:a16="http://schemas.microsoft.com/office/drawing/2014/main" val="654026868"/>
                    </a:ext>
                  </a:extLst>
                </a:gridCol>
                <a:gridCol w="875960">
                  <a:extLst>
                    <a:ext uri="{9D8B030D-6E8A-4147-A177-3AD203B41FA5}">
                      <a16:colId xmlns:a16="http://schemas.microsoft.com/office/drawing/2014/main" val="1469200419"/>
                    </a:ext>
                  </a:extLst>
                </a:gridCol>
                <a:gridCol w="1120216">
                  <a:extLst>
                    <a:ext uri="{9D8B030D-6E8A-4147-A177-3AD203B41FA5}">
                      <a16:colId xmlns:a16="http://schemas.microsoft.com/office/drawing/2014/main" val="3033392579"/>
                    </a:ext>
                  </a:extLst>
                </a:gridCol>
                <a:gridCol w="777737">
                  <a:extLst>
                    <a:ext uri="{9D8B030D-6E8A-4147-A177-3AD203B41FA5}">
                      <a16:colId xmlns:a16="http://schemas.microsoft.com/office/drawing/2014/main" val="1328937852"/>
                    </a:ext>
                  </a:extLst>
                </a:gridCol>
              </a:tblGrid>
              <a:tr h="340556">
                <a:tc>
                  <a:txBody>
                    <a:bodyPr/>
                    <a:lstStyle/>
                    <a:p>
                      <a:pPr algn="l" fontAlgn="ctr"/>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Silhouette</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Calinski-Harabasz</a:t>
                      </a:r>
                      <a:endParaRPr lang="en-US" sz="1800" b="0" i="0" u="none" strike="noStrike" dirty="0">
                        <a:solidFill>
                          <a:srgbClr val="000000"/>
                        </a:solidFill>
                        <a:effectLst/>
                        <a:latin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Davies-Bouldin </a:t>
                      </a:r>
                      <a:endParaRPr lang="en-US" sz="1800" b="0" i="0" u="none" strike="noStrike" dirty="0">
                        <a:solidFill>
                          <a:srgbClr val="000000"/>
                        </a:solidFill>
                        <a:effectLst/>
                        <a:latin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"Elbow Method"</a:t>
                      </a:r>
                      <a:endParaRPr lang="en-US" sz="1800" b="0" i="0" u="none" strike="noStrike" dirty="0">
                        <a:solidFill>
                          <a:srgbClr val="000000"/>
                        </a:solidFill>
                        <a:effectLst/>
                        <a:latin typeface="Times New Roman" panose="02020603050405020304" pitchFamily="18"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Gap Statistic</a:t>
                      </a:r>
                      <a:endParaRPr lang="en-US" sz="1800" b="0" i="0" u="none" strike="noStrike" dirty="0">
                        <a:solidFill>
                          <a:srgbClr val="000000"/>
                        </a:solidFill>
                        <a:effectLst/>
                        <a:latin typeface="Times New Roman" panose="02020603050405020304" pitchFamily="18"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09323536"/>
                  </a:ext>
                </a:extLst>
              </a:tr>
              <a:tr h="340556">
                <a:tc>
                  <a:txBody>
                    <a:bodyPr/>
                    <a:lstStyle/>
                    <a:p>
                      <a:pPr algn="l" fontAlgn="ctr"/>
                      <a:r>
                        <a:rPr lang="en-US" sz="1800" u="none" strike="noStrike" dirty="0">
                          <a:effectLst/>
                        </a:rPr>
                        <a:t>KMeans</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r" fontAlgn="b"/>
                      <a:r>
                        <a:rPr lang="en-US" sz="1800" u="none" strike="noStrike" dirty="0">
                          <a:effectLst/>
                        </a:rPr>
                        <a:t>3</a:t>
                      </a:r>
                      <a:br>
                        <a:rPr lang="en-US" sz="1800" u="none" strike="noStrike" dirty="0">
                          <a:effectLst/>
                        </a:rPr>
                      </a:br>
                      <a:r>
                        <a:rPr lang="en-US" sz="1800" u="none" strike="noStrike" dirty="0">
                          <a:effectLst/>
                        </a:rPr>
                        <a:t>(.40)</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r" fontAlgn="b"/>
                      <a:r>
                        <a:rPr lang="en-US" sz="1800" u="none" strike="noStrike" dirty="0">
                          <a:effectLst/>
                        </a:rPr>
                        <a:t>50</a:t>
                      </a:r>
                      <a:br>
                        <a:rPr lang="en-US" sz="1800" u="none" strike="noStrike" dirty="0">
                          <a:effectLst/>
                        </a:rPr>
                      </a:br>
                      <a:r>
                        <a:rPr lang="en-US" sz="1800" u="none" strike="noStrike" dirty="0">
                          <a:effectLst/>
                        </a:rPr>
                        <a:t>(72462.59)</a:t>
                      </a:r>
                      <a:endParaRPr lang="en-US" sz="1800" b="0" i="0" u="none" strike="noStrike" dirty="0">
                        <a:solidFill>
                          <a:srgbClr val="000000"/>
                        </a:solidFill>
                        <a:effectLst/>
                        <a:latin typeface="Times New Roman" panose="02020603050405020304" pitchFamily="18"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r" fontAlgn="b"/>
                      <a:r>
                        <a:rPr lang="en-US" sz="1800" u="none" strike="noStrike" dirty="0">
                          <a:effectLst/>
                        </a:rPr>
                        <a:t>15 or 39</a:t>
                      </a:r>
                      <a:br>
                        <a:rPr lang="en-US" sz="1800" u="none" strike="noStrike" dirty="0">
                          <a:effectLst/>
                        </a:rPr>
                      </a:br>
                      <a:r>
                        <a:rPr lang="en-US" sz="1800" u="none" strike="noStrike" dirty="0">
                          <a:effectLst/>
                        </a:rPr>
                        <a:t>(0.77)</a:t>
                      </a:r>
                      <a:endParaRPr lang="en-US" sz="1800" b="0" i="0" u="none" strike="noStrike" dirty="0">
                        <a:solidFill>
                          <a:srgbClr val="000000"/>
                        </a:solidFill>
                        <a:effectLst/>
                        <a:latin typeface="Times New Roman" panose="02020603050405020304" pitchFamily="18"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r" fontAlgn="b"/>
                      <a:r>
                        <a:rPr lang="en-US" sz="1800" u="none" strike="noStrike" dirty="0">
                          <a:effectLst/>
                        </a:rPr>
                        <a:t>10</a:t>
                      </a:r>
                      <a:br>
                        <a:rPr lang="en-US" sz="1800" u="none" strike="noStrike" dirty="0">
                          <a:effectLst/>
                        </a:rPr>
                      </a:br>
                      <a:r>
                        <a:rPr lang="en-US" sz="1800" u="none" strike="noStrike" dirty="0">
                          <a:effectLst/>
                        </a:rPr>
                        <a:t>(51231.32)</a:t>
                      </a:r>
                      <a:endParaRPr lang="en-US" sz="1800" b="0" i="0" u="none" strike="noStrike" dirty="0">
                        <a:solidFill>
                          <a:srgbClr val="000000"/>
                        </a:solidFill>
                        <a:effectLst/>
                        <a:latin typeface="Times New Roman" panose="02020603050405020304" pitchFamily="18" charset="0"/>
                      </a:endParaRPr>
                    </a:p>
                  </a:txBody>
                  <a:tcPr marL="9525" marR="9525" marT="9525" marB="0" anchor="b">
                    <a:lnT w="12700" cap="flat" cmpd="sng" algn="ctr">
                      <a:solidFill>
                        <a:schemeClr val="tx1"/>
                      </a:solidFill>
                      <a:prstDash val="solid"/>
                      <a:round/>
                      <a:headEnd type="none" w="med" len="med"/>
                      <a:tailEnd type="none" w="med" len="med"/>
                    </a:lnT>
                    <a:noFill/>
                  </a:tcPr>
                </a:tc>
                <a:tc>
                  <a:txBody>
                    <a:bodyPr/>
                    <a:lstStyle/>
                    <a:p>
                      <a:pPr algn="r" fontAlgn="b"/>
                      <a:r>
                        <a:rPr lang="en-US" sz="1800" u="none" strike="noStrike">
                          <a:effectLst/>
                        </a:rPr>
                        <a:t>34</a:t>
                      </a:r>
                      <a:br>
                        <a:rPr lang="en-US" sz="1800" u="none" strike="noStrike">
                          <a:effectLst/>
                        </a:rPr>
                      </a:br>
                      <a:r>
                        <a:rPr lang="en-US" sz="1800" u="none" strike="noStrike">
                          <a:effectLst/>
                        </a:rPr>
                        <a:t>(0.47)</a:t>
                      </a:r>
                      <a:endParaRPr lang="en-US" sz="1800" b="0" i="0" u="none" strike="noStrike">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784588346"/>
                  </a:ext>
                </a:extLst>
              </a:tr>
              <a:tr h="340556">
                <a:tc>
                  <a:txBody>
                    <a:bodyPr/>
                    <a:lstStyle/>
                    <a:p>
                      <a:pPr algn="l" fontAlgn="ctr"/>
                      <a:r>
                        <a:rPr lang="en-US" sz="1800" u="none" strike="noStrike" dirty="0">
                          <a:effectLst/>
                        </a:rPr>
                        <a:t>Mini-Batch KMeans</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fontAlgn="b"/>
                      <a:r>
                        <a:rPr lang="en-US" sz="1800" u="none" strike="noStrike" dirty="0">
                          <a:effectLst/>
                        </a:rPr>
                        <a:t>3</a:t>
                      </a:r>
                      <a:br>
                        <a:rPr lang="en-US" sz="1800" u="none" strike="noStrike" dirty="0">
                          <a:effectLst/>
                        </a:rPr>
                      </a:br>
                      <a:r>
                        <a:rPr lang="en-US" sz="1800" u="none" strike="noStrike" dirty="0">
                          <a:effectLst/>
                        </a:rPr>
                        <a:t>(.39)</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r" fontAlgn="b"/>
                      <a:r>
                        <a:rPr lang="en-US" sz="1800" u="none" strike="noStrike" dirty="0">
                          <a:effectLst/>
                        </a:rPr>
                        <a:t>50</a:t>
                      </a:r>
                      <a:br>
                        <a:rPr lang="en-US" sz="1800" u="none" strike="noStrike" dirty="0">
                          <a:effectLst/>
                        </a:rPr>
                      </a:br>
                      <a:r>
                        <a:rPr lang="en-US" sz="1800" u="none" strike="noStrike" dirty="0">
                          <a:effectLst/>
                        </a:rPr>
                        <a:t>(69040.65)</a:t>
                      </a:r>
                      <a:endParaRPr lang="en-US" sz="1800" b="0" i="0" u="none" strike="noStrike" dirty="0">
                        <a:solidFill>
                          <a:srgbClr val="000000"/>
                        </a:solidFill>
                        <a:effectLst/>
                        <a:latin typeface="Times New Roman" panose="02020603050405020304" pitchFamily="18" charset="0"/>
                      </a:endParaRPr>
                    </a:p>
                  </a:txBody>
                  <a:tcPr marL="9525" marR="9525" marT="9525" marB="0" anchor="b">
                    <a:noFill/>
                  </a:tcPr>
                </a:tc>
                <a:tc>
                  <a:txBody>
                    <a:bodyPr/>
                    <a:lstStyle/>
                    <a:p>
                      <a:pPr algn="r" fontAlgn="b"/>
                      <a:r>
                        <a:rPr lang="en-US" sz="1800" u="none" strike="noStrike" dirty="0">
                          <a:effectLst/>
                        </a:rPr>
                        <a:t>7</a:t>
                      </a:r>
                      <a:br>
                        <a:rPr lang="en-US" sz="1800" u="none" strike="noStrike" dirty="0">
                          <a:effectLst/>
                        </a:rPr>
                      </a:br>
                      <a:r>
                        <a:rPr lang="en-US" sz="1800" u="none" strike="noStrike" dirty="0">
                          <a:effectLst/>
                        </a:rPr>
                        <a:t>(0.78)</a:t>
                      </a:r>
                      <a:endParaRPr lang="en-US" sz="1800" b="0" i="0" u="none" strike="noStrike" dirty="0">
                        <a:solidFill>
                          <a:srgbClr val="000000"/>
                        </a:solidFill>
                        <a:effectLst/>
                        <a:latin typeface="Times New Roman" panose="02020603050405020304" pitchFamily="18" charset="0"/>
                      </a:endParaRPr>
                    </a:p>
                  </a:txBody>
                  <a:tcPr marL="9525" marR="9525" marT="9525" marB="0" anchor="b">
                    <a:noFill/>
                  </a:tcPr>
                </a:tc>
                <a:tc>
                  <a:txBody>
                    <a:bodyPr/>
                    <a:lstStyle/>
                    <a:p>
                      <a:pPr algn="r" fontAlgn="b"/>
                      <a:r>
                        <a:rPr lang="en-US" sz="1800" u="none" strike="noStrike">
                          <a:effectLst/>
                        </a:rPr>
                        <a:t>10</a:t>
                      </a:r>
                      <a:br>
                        <a:rPr lang="en-US" sz="1800" u="none" strike="noStrike">
                          <a:effectLst/>
                        </a:rPr>
                      </a:br>
                      <a:r>
                        <a:rPr lang="en-US" sz="1800" u="none" strike="noStrike">
                          <a:effectLst/>
                        </a:rPr>
                        <a:t>(55459.62)</a:t>
                      </a:r>
                      <a:endParaRPr lang="en-US" sz="1800" b="0" i="0" u="none" strike="noStrike">
                        <a:solidFill>
                          <a:srgbClr val="000000"/>
                        </a:solidFill>
                        <a:effectLst/>
                        <a:latin typeface="Times New Roman" panose="02020603050405020304" pitchFamily="18" charset="0"/>
                      </a:endParaRPr>
                    </a:p>
                  </a:txBody>
                  <a:tcPr marL="9525" marR="9525" marT="9525" marB="0" anchor="b">
                    <a:lnB w="12700" cap="flat" cmpd="sng" algn="ctr">
                      <a:solidFill>
                        <a:schemeClr val="bg2"/>
                      </a:solidFill>
                      <a:prstDash val="solid"/>
                      <a:round/>
                      <a:headEnd type="none" w="med" len="med"/>
                      <a:tailEnd type="none" w="med" len="med"/>
                    </a:lnB>
                    <a:noFill/>
                  </a:tcPr>
                </a:tc>
                <a:tc>
                  <a:txBody>
                    <a:bodyPr/>
                    <a:lstStyle/>
                    <a:p>
                      <a:pPr algn="r" fontAlgn="b"/>
                      <a:r>
                        <a:rPr lang="en-US" sz="1800" u="none" strike="noStrike">
                          <a:effectLst/>
                        </a:rPr>
                        <a:t>6</a:t>
                      </a:r>
                      <a:br>
                        <a:rPr lang="en-US" sz="1800" u="none" strike="noStrike">
                          <a:effectLst/>
                        </a:rPr>
                      </a:br>
                      <a:r>
                        <a:rPr lang="en-US" sz="1800" u="none" strike="noStrike">
                          <a:effectLst/>
                        </a:rPr>
                        <a:t>(0.35)</a:t>
                      </a:r>
                      <a:endParaRPr lang="en-US" sz="1800" b="0" i="0" u="none" strike="noStrike">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818041334"/>
                  </a:ext>
                </a:extLst>
              </a:tr>
              <a:tr h="340556">
                <a:tc>
                  <a:txBody>
                    <a:bodyPr/>
                    <a:lstStyle/>
                    <a:p>
                      <a:pPr algn="l" fontAlgn="ctr"/>
                      <a:r>
                        <a:rPr lang="en-US" sz="1800" u="none" strike="noStrike" dirty="0">
                          <a:effectLst/>
                        </a:rPr>
                        <a:t>Spectral</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fontAlgn="b"/>
                      <a:r>
                        <a:rPr lang="en-US" sz="1800" u="none" strike="noStrike">
                          <a:effectLst/>
                        </a:rPr>
                        <a:t>48</a:t>
                      </a:r>
                      <a:br>
                        <a:rPr lang="en-US" sz="1800" u="none" strike="noStrike">
                          <a:effectLst/>
                        </a:rPr>
                      </a:br>
                      <a:r>
                        <a:rPr lang="en-US" sz="1800" u="none" strike="noStrike">
                          <a:effectLst/>
                        </a:rPr>
                        <a:t>(.322)</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r" fontAlgn="b"/>
                      <a:r>
                        <a:rPr lang="en-US" sz="1800" u="none" strike="noStrike" dirty="0">
                          <a:effectLst/>
                        </a:rPr>
                        <a:t>50</a:t>
                      </a:r>
                      <a:br>
                        <a:rPr lang="en-US" sz="1800" u="none" strike="noStrike" dirty="0">
                          <a:effectLst/>
                        </a:rPr>
                      </a:br>
                      <a:r>
                        <a:rPr lang="en-US" sz="1800" u="none" strike="noStrike" dirty="0">
                          <a:effectLst/>
                        </a:rPr>
                        <a:t>(64344.15)</a:t>
                      </a:r>
                      <a:endParaRPr lang="en-US" sz="1800" b="0" i="0" u="none" strike="noStrike" dirty="0">
                        <a:solidFill>
                          <a:srgbClr val="000000"/>
                        </a:solidFill>
                        <a:effectLst/>
                        <a:latin typeface="Times New Roman" panose="02020603050405020304" pitchFamily="18" charset="0"/>
                      </a:endParaRPr>
                    </a:p>
                  </a:txBody>
                  <a:tcPr marL="9525" marR="9525" marT="9525" marB="0" anchor="b">
                    <a:noFill/>
                  </a:tcPr>
                </a:tc>
                <a:tc>
                  <a:txBody>
                    <a:bodyPr/>
                    <a:lstStyle/>
                    <a:p>
                      <a:pPr algn="r" fontAlgn="b"/>
                      <a:r>
                        <a:rPr lang="en-US" sz="1800" u="none" strike="noStrike" dirty="0">
                          <a:effectLst/>
                        </a:rPr>
                        <a:t>2</a:t>
                      </a:r>
                      <a:br>
                        <a:rPr lang="en-US" sz="1800" u="none" strike="noStrike" dirty="0">
                          <a:effectLst/>
                        </a:rPr>
                      </a:br>
                      <a:r>
                        <a:rPr lang="en-US" sz="1800" u="none" strike="noStrike" dirty="0">
                          <a:effectLst/>
                        </a:rPr>
                        <a:t>(0.61)</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bg2"/>
                      </a:solidFill>
                      <a:prstDash val="solid"/>
                      <a:round/>
                      <a:headEnd type="none" w="med" len="med"/>
                      <a:tailEnd type="none" w="med" len="med"/>
                    </a:lnR>
                    <a:noFill/>
                  </a:tcPr>
                </a:tc>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l" fontAlgn="b"/>
                      <a:r>
                        <a:rPr lang="en-US" sz="1800" u="none" strike="noStrike">
                          <a:effectLst/>
                        </a:rPr>
                        <a:t> </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292574585"/>
                  </a:ext>
                </a:extLst>
              </a:tr>
              <a:tr h="340556">
                <a:tc>
                  <a:txBody>
                    <a:bodyPr/>
                    <a:lstStyle/>
                    <a:p>
                      <a:pPr algn="l" fontAlgn="ctr"/>
                      <a:r>
                        <a:rPr lang="en-US" sz="1800" u="none" strike="noStrike" dirty="0">
                          <a:effectLst/>
                        </a:rPr>
                        <a:t>Ward</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r" fontAlgn="b"/>
                      <a:r>
                        <a:rPr lang="en-US" sz="1800" u="none" strike="noStrike">
                          <a:effectLst/>
                        </a:rPr>
                        <a:t>2</a:t>
                      </a:r>
                      <a:br>
                        <a:rPr lang="en-US" sz="1800" u="none" strike="noStrike">
                          <a:effectLst/>
                        </a:rPr>
                      </a:br>
                      <a:r>
                        <a:rPr lang="en-US" sz="1800" u="none" strike="noStrike">
                          <a:effectLst/>
                        </a:rPr>
                        <a:t>(.35)</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noFill/>
                  </a:tcPr>
                </a:tc>
                <a:tc>
                  <a:txBody>
                    <a:bodyPr/>
                    <a:lstStyle/>
                    <a:p>
                      <a:pPr algn="r" fontAlgn="b"/>
                      <a:r>
                        <a:rPr lang="en-US" sz="1800" u="none" strike="noStrike" dirty="0">
                          <a:effectLst/>
                        </a:rPr>
                        <a:t>50</a:t>
                      </a:r>
                      <a:br>
                        <a:rPr lang="en-US" sz="1800" u="none" strike="noStrike" dirty="0">
                          <a:effectLst/>
                        </a:rPr>
                      </a:br>
                      <a:r>
                        <a:rPr lang="en-US" sz="1800" u="none" strike="noStrike" dirty="0">
                          <a:effectLst/>
                        </a:rPr>
                        <a:t>(58761.53)</a:t>
                      </a:r>
                      <a:endParaRPr lang="en-US" sz="1800" b="0" i="0" u="none" strike="noStrike" dirty="0">
                        <a:solidFill>
                          <a:srgbClr val="000000"/>
                        </a:solidFill>
                        <a:effectLst/>
                        <a:latin typeface="Times New Roman" panose="02020603050405020304" pitchFamily="18" charset="0"/>
                      </a:endParaRPr>
                    </a:p>
                  </a:txBody>
                  <a:tcPr marL="9525" marR="9525" marT="9525" marB="0" anchor="b">
                    <a:noFill/>
                  </a:tcPr>
                </a:tc>
                <a:tc>
                  <a:txBody>
                    <a:bodyPr/>
                    <a:lstStyle/>
                    <a:p>
                      <a:pPr algn="r" fontAlgn="b"/>
                      <a:r>
                        <a:rPr lang="en-US" sz="1800" u="none" strike="noStrike" dirty="0">
                          <a:effectLst/>
                        </a:rPr>
                        <a:t>4</a:t>
                      </a:r>
                      <a:br>
                        <a:rPr lang="en-US" sz="1800" u="none" strike="noStrike" dirty="0">
                          <a:effectLst/>
                        </a:rPr>
                      </a:br>
                      <a:r>
                        <a:rPr lang="en-US" sz="1800" u="none" strike="noStrike" dirty="0">
                          <a:effectLst/>
                        </a:rPr>
                        <a:t>(0.87)</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bg2"/>
                      </a:solidFill>
                      <a:prstDash val="solid"/>
                      <a:round/>
                      <a:headEnd type="none" w="med" len="med"/>
                      <a:tailEnd type="none" w="med" len="med"/>
                    </a:lnR>
                    <a:noFill/>
                  </a:tcPr>
                </a:tc>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solidFill>
                      <a:schemeClr val="bg2"/>
                    </a:solidFill>
                  </a:tcPr>
                </a:tc>
                <a:extLst>
                  <a:ext uri="{0D108BD9-81ED-4DB2-BD59-A6C34878D82A}">
                    <a16:rowId xmlns:a16="http://schemas.microsoft.com/office/drawing/2014/main" val="3049768144"/>
                  </a:ext>
                </a:extLst>
              </a:tr>
              <a:tr h="340556">
                <a:tc>
                  <a:txBody>
                    <a:bodyPr/>
                    <a:lstStyle/>
                    <a:p>
                      <a:pPr algn="l" fontAlgn="ctr"/>
                      <a:r>
                        <a:rPr lang="en-US" sz="1800" u="none" strike="noStrike" dirty="0">
                          <a:effectLst/>
                        </a:rPr>
                        <a:t>BIRCH</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3</a:t>
                      </a:r>
                      <a:br>
                        <a:rPr lang="en-US" sz="1800" u="none" strike="noStrike" dirty="0">
                          <a:effectLst/>
                        </a:rPr>
                      </a:br>
                      <a:r>
                        <a:rPr lang="en-US" sz="1800" u="none" strike="noStrike" dirty="0">
                          <a:effectLst/>
                        </a:rPr>
                        <a:t>(.35)</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50</a:t>
                      </a:r>
                      <a:br>
                        <a:rPr lang="en-US" sz="1800" u="none" strike="noStrike" dirty="0">
                          <a:effectLst/>
                        </a:rPr>
                      </a:br>
                      <a:r>
                        <a:rPr lang="en-US" sz="1800" u="none" strike="noStrike" dirty="0">
                          <a:effectLst/>
                        </a:rPr>
                        <a:t>(57272.38)</a:t>
                      </a:r>
                      <a:endParaRPr lang="en-US" sz="1800" b="0" i="0" u="none" strike="noStrike" dirty="0">
                        <a:solidFill>
                          <a:srgbClr val="000000"/>
                        </a:solidFill>
                        <a:effectLst/>
                        <a:latin typeface="Times New Roman" panose="02020603050405020304" pitchFamily="18" charset="0"/>
                      </a:endParaRPr>
                    </a:p>
                  </a:txBody>
                  <a:tcPr marL="9525" marR="9525" marT="9525" marB="0" anchor="b">
                    <a:lnB w="12700" cap="flat" cmpd="sng" algn="ctr">
                      <a:solidFill>
                        <a:schemeClr val="tx1"/>
                      </a:solidFill>
                      <a:prstDash val="solid"/>
                      <a:round/>
                      <a:headEnd type="none" w="med" len="med"/>
                      <a:tailEnd type="none" w="med" len="med"/>
                    </a:lnB>
                    <a:noFill/>
                  </a:tcPr>
                </a:tc>
                <a:tc>
                  <a:txBody>
                    <a:bodyPr/>
                    <a:lstStyle/>
                    <a:p>
                      <a:pPr algn="r" fontAlgn="b"/>
                      <a:r>
                        <a:rPr lang="en-US" sz="1800" u="none" strike="noStrike" dirty="0">
                          <a:effectLst/>
                        </a:rPr>
                        <a:t>4</a:t>
                      </a:r>
                      <a:br>
                        <a:rPr lang="en-US" sz="1800" u="none" strike="noStrike" dirty="0">
                          <a:effectLst/>
                        </a:rPr>
                      </a:br>
                      <a:r>
                        <a:rPr lang="en-US" sz="1800" u="none" strike="noStrike" dirty="0">
                          <a:effectLst/>
                        </a:rPr>
                        <a:t>(0.86)</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bg2"/>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bg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93382978"/>
                  </a:ext>
                </a:extLst>
              </a:tr>
            </a:tbl>
          </a:graphicData>
        </a:graphic>
      </p:graphicFrame>
      <p:graphicFrame>
        <p:nvGraphicFramePr>
          <p:cNvPr id="23" name="Table 22">
            <a:extLst>
              <a:ext uri="{FF2B5EF4-FFF2-40B4-BE49-F238E27FC236}">
                <a16:creationId xmlns:a16="http://schemas.microsoft.com/office/drawing/2014/main" id="{41C5CF7D-47C6-4DE7-ADAF-DCE76522CE8C}"/>
              </a:ext>
            </a:extLst>
          </p:cNvPr>
          <p:cNvGraphicFramePr>
            <a:graphicFrameLocks noGrp="1"/>
          </p:cNvGraphicFramePr>
          <p:nvPr>
            <p:extLst>
              <p:ext uri="{D42A27DB-BD31-4B8C-83A1-F6EECF244321}">
                <p14:modId xmlns:p14="http://schemas.microsoft.com/office/powerpoint/2010/main" val="2174568894"/>
              </p:ext>
            </p:extLst>
          </p:nvPr>
        </p:nvGraphicFramePr>
        <p:xfrm>
          <a:off x="30131854" y="18180478"/>
          <a:ext cx="5900932" cy="3974183"/>
        </p:xfrm>
        <a:graphic>
          <a:graphicData uri="http://schemas.openxmlformats.org/drawingml/2006/table">
            <a:tbl>
              <a:tblPr>
                <a:tableStyleId>{5C22544A-7EE6-4342-B048-85BDC9FD1C3A}</a:tableStyleId>
              </a:tblPr>
              <a:tblGrid>
                <a:gridCol w="853626">
                  <a:extLst>
                    <a:ext uri="{9D8B030D-6E8A-4147-A177-3AD203B41FA5}">
                      <a16:colId xmlns:a16="http://schemas.microsoft.com/office/drawing/2014/main" val="4156652483"/>
                    </a:ext>
                  </a:extLst>
                </a:gridCol>
                <a:gridCol w="1219200">
                  <a:extLst>
                    <a:ext uri="{9D8B030D-6E8A-4147-A177-3AD203B41FA5}">
                      <a16:colId xmlns:a16="http://schemas.microsoft.com/office/drawing/2014/main" val="1739276808"/>
                    </a:ext>
                  </a:extLst>
                </a:gridCol>
                <a:gridCol w="1306286">
                  <a:extLst>
                    <a:ext uri="{9D8B030D-6E8A-4147-A177-3AD203B41FA5}">
                      <a16:colId xmlns:a16="http://schemas.microsoft.com/office/drawing/2014/main" val="1496936474"/>
                    </a:ext>
                  </a:extLst>
                </a:gridCol>
                <a:gridCol w="1190704">
                  <a:extLst>
                    <a:ext uri="{9D8B030D-6E8A-4147-A177-3AD203B41FA5}">
                      <a16:colId xmlns:a16="http://schemas.microsoft.com/office/drawing/2014/main" val="4135143506"/>
                    </a:ext>
                  </a:extLst>
                </a:gridCol>
                <a:gridCol w="1331116">
                  <a:extLst>
                    <a:ext uri="{9D8B030D-6E8A-4147-A177-3AD203B41FA5}">
                      <a16:colId xmlns:a16="http://schemas.microsoft.com/office/drawing/2014/main" val="331084901"/>
                    </a:ext>
                  </a:extLst>
                </a:gridCol>
              </a:tblGrid>
              <a:tr h="331823">
                <a:tc>
                  <a:txBody>
                    <a:bodyPr/>
                    <a:lstStyle/>
                    <a:p>
                      <a:pPr algn="l" fontAlgn="ctr"/>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fontAlgn="ctr"/>
                      <a:r>
                        <a:rPr lang="en-US" sz="1800" u="none" strike="noStrike" dirty="0">
                          <a:effectLst/>
                        </a:rPr>
                        <a:t>15 clusters ~5,000 members per cluster</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tc gridSpan="2">
                  <a:txBody>
                    <a:bodyPr/>
                    <a:lstStyle/>
                    <a:p>
                      <a:pPr algn="ctr" fontAlgn="ctr"/>
                      <a:r>
                        <a:rPr lang="en-US" sz="1800" u="none" strike="noStrike" dirty="0">
                          <a:effectLst/>
                        </a:rPr>
                        <a:t>50 clusters ~1,400 members per cluster</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n-US"/>
                    </a:p>
                  </a:txBody>
                  <a:tcPr/>
                </a:tc>
                <a:extLst>
                  <a:ext uri="{0D108BD9-81ED-4DB2-BD59-A6C34878D82A}">
                    <a16:rowId xmlns:a16="http://schemas.microsoft.com/office/drawing/2014/main" val="3973087437"/>
                  </a:ext>
                </a:extLst>
              </a:tr>
              <a:tr h="1147225">
                <a:tc>
                  <a:txBody>
                    <a:bodyPr/>
                    <a:lstStyle/>
                    <a:p>
                      <a:pPr algn="l" fontAlgn="ctr"/>
                      <a:r>
                        <a:rPr lang="en-US" sz="1800" u="none" strike="noStrike" dirty="0">
                          <a:effectLst/>
                        </a:rPr>
                        <a:t>Sample</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u="none" strike="noStrike" dirty="0">
                          <a:effectLst/>
                        </a:rPr>
                        <a:t>Time (in sec.) from app start to server ready</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u="none" strike="noStrike" dirty="0">
                          <a:effectLst/>
                        </a:rPr>
                        <a:t>Time (in sec.) from search of "Atlanta, GA" to results page loaded.</a:t>
                      </a:r>
                      <a:endParaRPr lang="en-US" sz="1800" b="0" i="0" u="none" strike="noStrike" dirty="0">
                        <a:solidFill>
                          <a:srgbClr val="000000"/>
                        </a:solidFill>
                        <a:effectLst/>
                        <a:latin typeface="Times New Roman" panose="02020603050405020304" pitchFamily="18"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u="none" strike="noStrike" dirty="0">
                          <a:effectLst/>
                        </a:rPr>
                        <a:t>Time (in sec.) from app start to server ready</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u="none" strike="noStrike" dirty="0">
                          <a:effectLst/>
                        </a:rPr>
                        <a:t>Time (in sec.) from search of "Atlanta, GA" to results page loaded.</a:t>
                      </a:r>
                      <a:endParaRPr lang="en-US" sz="1800" b="0" i="0" u="none" strike="noStrike" dirty="0">
                        <a:solidFill>
                          <a:srgbClr val="000000"/>
                        </a:solidFill>
                        <a:effectLst/>
                        <a:latin typeface="Times New Roman" panose="02020603050405020304" pitchFamily="18"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3612202"/>
                  </a:ext>
                </a:extLst>
              </a:tr>
              <a:tr h="168743">
                <a:tc>
                  <a:txBody>
                    <a:bodyPr/>
                    <a:lstStyle/>
                    <a:p>
                      <a:pPr algn="l" fontAlgn="ctr"/>
                      <a:r>
                        <a:rPr lang="en-US" sz="1800" u="none" strike="noStrike" dirty="0">
                          <a:effectLst/>
                        </a:rPr>
                        <a:t>1</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r" fontAlgn="ctr"/>
                      <a:r>
                        <a:rPr lang="en-US" sz="1800" b="0" i="0" u="none" strike="noStrike">
                          <a:solidFill>
                            <a:srgbClr val="000000"/>
                          </a:solidFill>
                          <a:effectLst/>
                          <a:latin typeface="+mn-lt"/>
                        </a:rPr>
                        <a:t>12.74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r" fontAlgn="ctr"/>
                      <a:r>
                        <a:rPr lang="en-US" sz="1800" b="0" i="0" u="none" strike="noStrike">
                          <a:solidFill>
                            <a:srgbClr val="000000"/>
                          </a:solidFill>
                          <a:effectLst/>
                          <a:latin typeface="+mn-lt"/>
                        </a:rPr>
                        <a:t>31.54</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r" fontAlgn="ctr"/>
                      <a:r>
                        <a:rPr lang="en-US" sz="1800" b="0" i="0" u="none" strike="noStrike">
                          <a:solidFill>
                            <a:srgbClr val="000000"/>
                          </a:solidFill>
                          <a:effectLst/>
                          <a:latin typeface="+mn-lt"/>
                        </a:rPr>
                        <a:t>10.94</a:t>
                      </a: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r" fontAlgn="ctr"/>
                      <a:r>
                        <a:rPr lang="en-US" sz="1800" b="0" i="0" u="none" strike="noStrike">
                          <a:solidFill>
                            <a:srgbClr val="000000"/>
                          </a:solidFill>
                          <a:effectLst/>
                          <a:latin typeface="+mn-lt"/>
                        </a:rPr>
                        <a:t>7.19</a:t>
                      </a: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707618540"/>
                  </a:ext>
                </a:extLst>
              </a:tr>
              <a:tr h="168743">
                <a:tc>
                  <a:txBody>
                    <a:bodyPr/>
                    <a:lstStyle/>
                    <a:p>
                      <a:pPr algn="l" fontAlgn="ctr"/>
                      <a:r>
                        <a:rPr lang="en-US" sz="1800" u="none" strike="noStrike" dirty="0">
                          <a:effectLst/>
                        </a:rPr>
                        <a:t>2</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12.77</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31.6</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10.74</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6.97</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776424106"/>
                  </a:ext>
                </a:extLst>
              </a:tr>
              <a:tr h="168743">
                <a:tc>
                  <a:txBody>
                    <a:bodyPr/>
                    <a:lstStyle/>
                    <a:p>
                      <a:pPr algn="l" fontAlgn="ctr"/>
                      <a:r>
                        <a:rPr lang="en-US" sz="1800" u="none" strike="noStrike" dirty="0">
                          <a:effectLst/>
                        </a:rPr>
                        <a:t>3</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12.64</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29.84</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10.38</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6.27</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772053471"/>
                  </a:ext>
                </a:extLst>
              </a:tr>
              <a:tr h="168743">
                <a:tc>
                  <a:txBody>
                    <a:bodyPr/>
                    <a:lstStyle/>
                    <a:p>
                      <a:pPr algn="l" fontAlgn="ctr"/>
                      <a:r>
                        <a:rPr lang="en-US" sz="1800" u="none" strike="noStrike" dirty="0">
                          <a:effectLst/>
                        </a:rPr>
                        <a:t>4</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12.79</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dirty="0">
                          <a:solidFill>
                            <a:srgbClr val="000000"/>
                          </a:solidFill>
                          <a:effectLst/>
                          <a:latin typeface="+mn-lt"/>
                        </a:rPr>
                        <a:t>33.32</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10.5</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6.98</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222642612"/>
                  </a:ext>
                </a:extLst>
              </a:tr>
              <a:tr h="168743">
                <a:tc>
                  <a:txBody>
                    <a:bodyPr/>
                    <a:lstStyle/>
                    <a:p>
                      <a:pPr algn="l" fontAlgn="ctr"/>
                      <a:r>
                        <a:rPr lang="en-US" sz="1800" u="none" strike="noStrike" dirty="0">
                          <a:effectLst/>
                        </a:rPr>
                        <a:t>5</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12.65</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29.99</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10.39</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7.28</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19704349"/>
                  </a:ext>
                </a:extLst>
              </a:tr>
              <a:tr h="331823">
                <a:tc>
                  <a:txBody>
                    <a:bodyPr/>
                    <a:lstStyle/>
                    <a:p>
                      <a:pPr algn="l" fontAlgn="ctr"/>
                      <a:r>
                        <a:rPr lang="en-US" sz="1800" u="none" strike="noStrike" dirty="0">
                          <a:effectLst/>
                        </a:rPr>
                        <a:t>Mean</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12.7</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31.3</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tc>
                  <a:txBody>
                    <a:bodyPr/>
                    <a:lstStyle/>
                    <a:p>
                      <a:pPr algn="r" fontAlgn="ctr"/>
                      <a:r>
                        <a:rPr lang="en-US" sz="1800" b="0" i="0" u="none" strike="noStrike">
                          <a:solidFill>
                            <a:srgbClr val="000000"/>
                          </a:solidFill>
                          <a:effectLst/>
                          <a:latin typeface="+mn-lt"/>
                        </a:rPr>
                        <a:t>10.6</a:t>
                      </a:r>
                    </a:p>
                  </a:txBody>
                  <a:tcPr marL="9525" marR="9525" marT="9525" marB="0" anchor="ctr">
                    <a:lnL w="12700" cap="flat" cmpd="sng" algn="ctr">
                      <a:solidFill>
                        <a:schemeClr val="tx1"/>
                      </a:solidFill>
                      <a:prstDash val="solid"/>
                      <a:round/>
                      <a:headEnd type="none" w="med" len="med"/>
                      <a:tailEnd type="none" w="med" len="med"/>
                    </a:lnL>
                    <a:solidFill>
                      <a:schemeClr val="bg1"/>
                    </a:solidFill>
                  </a:tcPr>
                </a:tc>
                <a:tc>
                  <a:txBody>
                    <a:bodyPr/>
                    <a:lstStyle/>
                    <a:p>
                      <a:pPr algn="r" fontAlgn="ctr"/>
                      <a:r>
                        <a:rPr lang="en-US" sz="1800" b="0" i="0" u="none" strike="noStrike">
                          <a:solidFill>
                            <a:srgbClr val="000000"/>
                          </a:solidFill>
                          <a:effectLst/>
                          <a:latin typeface="+mn-lt"/>
                        </a:rPr>
                        <a:t>6.9</a:t>
                      </a:r>
                    </a:p>
                  </a:txBody>
                  <a:tcPr marL="9525" marR="9525" marT="9525" marB="0"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299580103"/>
                  </a:ext>
                </a:extLst>
              </a:tr>
              <a:tr h="168743">
                <a:tc>
                  <a:txBody>
                    <a:bodyPr/>
                    <a:lstStyle/>
                    <a:p>
                      <a:pPr algn="l" fontAlgn="ctr"/>
                      <a:r>
                        <a:rPr lang="en-US" sz="1800" u="none" strike="noStrike" dirty="0">
                          <a:effectLst/>
                        </a:rPr>
                        <a:t>SD</a:t>
                      </a:r>
                      <a:endParaRPr lang="en-US" sz="1800" b="0" i="0" u="none" strike="noStrike" dirty="0">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b="0" i="0" u="none" strike="noStrike">
                          <a:solidFill>
                            <a:srgbClr val="000000"/>
                          </a:solidFill>
                          <a:effectLst/>
                          <a:latin typeface="+mn-lt"/>
                        </a:rPr>
                        <a:t>0.1</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b="0" i="0" u="none" strike="noStrike" dirty="0">
                          <a:solidFill>
                            <a:srgbClr val="000000"/>
                          </a:solidFill>
                          <a:effectLst/>
                          <a:latin typeface="+mn-lt"/>
                        </a:rPr>
                        <a:t>1.4</a:t>
                      </a: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b="0" i="0" u="none" strike="noStrike" dirty="0">
                          <a:solidFill>
                            <a:srgbClr val="000000"/>
                          </a:solidFill>
                          <a:effectLst/>
                          <a:latin typeface="+mn-lt"/>
                        </a:rPr>
                        <a:t>0.2</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r" fontAlgn="ctr"/>
                      <a:r>
                        <a:rPr lang="en-US" sz="1800" b="0" i="0" u="none" strike="noStrike" dirty="0">
                          <a:solidFill>
                            <a:srgbClr val="000000"/>
                          </a:solidFill>
                          <a:effectLst/>
                          <a:latin typeface="+mn-lt"/>
                        </a:rPr>
                        <a:t>0.4</a:t>
                      </a: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17844881"/>
                  </a:ext>
                </a:extLst>
              </a:tr>
            </a:tbl>
          </a:graphicData>
        </a:graphic>
      </p:graphicFrame>
      <p:sp>
        <p:nvSpPr>
          <p:cNvPr id="26" name="TextBox 25">
            <a:extLst>
              <a:ext uri="{FF2B5EF4-FFF2-40B4-BE49-F238E27FC236}">
                <a16:creationId xmlns:a16="http://schemas.microsoft.com/office/drawing/2014/main" id="{61070026-9E08-46AB-91FD-D4D0E026DE3D}"/>
              </a:ext>
            </a:extLst>
          </p:cNvPr>
          <p:cNvSpPr txBox="1"/>
          <p:nvPr/>
        </p:nvSpPr>
        <p:spPr>
          <a:xfrm>
            <a:off x="235099" y="26171255"/>
            <a:ext cx="26839697" cy="1200329"/>
          </a:xfrm>
          <a:prstGeom prst="rect">
            <a:avLst/>
          </a:prstGeom>
          <a:noFill/>
        </p:spPr>
        <p:txBody>
          <a:bodyPr wrap="square" rtlCol="0">
            <a:spAutoFit/>
          </a:bodyPr>
          <a:lstStyle/>
          <a:p>
            <a:r>
              <a:rPr lang="en-US" baseline="30000" dirty="0"/>
              <a:t>1</a:t>
            </a:r>
            <a:r>
              <a:rPr lang="en-US" dirty="0"/>
              <a:t> Tavernise, S. (2019, November 20). Frozen in Place: Americans Are Moving at the Lowest Rate on Record. </a:t>
            </a:r>
            <a:r>
              <a:rPr lang="en-US" i="1" dirty="0"/>
              <a:t>The New York Times</a:t>
            </a:r>
            <a:r>
              <a:rPr lang="en-US" dirty="0"/>
              <a:t>. https://www.nytimes.com/2019/11/20/us/american-workers-moving-states-.html</a:t>
            </a:r>
          </a:p>
          <a:p>
            <a:r>
              <a:rPr lang="en-US" baseline="30000" dirty="0"/>
              <a:t>2</a:t>
            </a:r>
            <a:r>
              <a:rPr lang="en-US" dirty="0"/>
              <a:t> Kopf, D. (2018, November 30). Americans are moving less than ever, and it’s bad for the economy. </a:t>
            </a:r>
            <a:r>
              <a:rPr lang="en-US" i="1" dirty="0"/>
              <a:t>Quartz</a:t>
            </a:r>
            <a:r>
              <a:rPr lang="en-US" dirty="0"/>
              <a:t>. https://qz.com/1480835/the-share-of-americans-moving-hit-a-record-low/  </a:t>
            </a:r>
          </a:p>
          <a:p>
            <a:r>
              <a:rPr lang="en-US" baseline="30000" dirty="0"/>
              <a:t>3</a:t>
            </a:r>
            <a:r>
              <a:rPr lang="en-US" dirty="0"/>
              <a:t> Okulicz-Kozaryn, A. (2011). City Life: Rankings (Livability) Versus Perceptions (Satisfaction). </a:t>
            </a:r>
            <a:r>
              <a:rPr lang="en-US" i="1" dirty="0"/>
              <a:t>Social Indicators Research, 110</a:t>
            </a:r>
            <a:r>
              <a:rPr lang="en-US" dirty="0"/>
              <a:t>, 433-451. https://doi.org/10.1007/s11205-011-9939-x</a:t>
            </a:r>
          </a:p>
          <a:p>
            <a:r>
              <a:rPr lang="en-US" baseline="30000" dirty="0"/>
              <a:t>4</a:t>
            </a:r>
            <a:r>
              <a:rPr lang="en-US" dirty="0"/>
              <a:t> Lawson, R., &amp; Jurs, P. (1990). New index for clustering tendency and its application to chemical problems. </a:t>
            </a:r>
            <a:r>
              <a:rPr lang="en-US" i="1" dirty="0"/>
              <a:t>Journal of Chemical Information and Computer Sciences, 30(1), </a:t>
            </a:r>
            <a:r>
              <a:rPr lang="en-US" dirty="0"/>
              <a:t>36-41. https://doi.org/10.1021/ci00065a010 </a:t>
            </a:r>
          </a:p>
        </p:txBody>
      </p:sp>
      <p:pic>
        <p:nvPicPr>
          <p:cNvPr id="240" name="Picture 239" descr="Chart, bubble chart&#10;&#10;Description automatically generated">
            <a:extLst>
              <a:ext uri="{FF2B5EF4-FFF2-40B4-BE49-F238E27FC236}">
                <a16:creationId xmlns:a16="http://schemas.microsoft.com/office/drawing/2014/main" id="{A2E8FD3B-C4C5-491B-9367-9DB644786B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85967" y="20594810"/>
            <a:ext cx="4182665" cy="3874663"/>
          </a:xfrm>
          <a:prstGeom prst="rect">
            <a:avLst/>
          </a:prstGeom>
        </p:spPr>
      </p:pic>
      <p:graphicFrame>
        <p:nvGraphicFramePr>
          <p:cNvPr id="241" name="Table 240">
            <a:extLst>
              <a:ext uri="{FF2B5EF4-FFF2-40B4-BE49-F238E27FC236}">
                <a16:creationId xmlns:a16="http://schemas.microsoft.com/office/drawing/2014/main" id="{81DEF935-E415-4131-93A6-0F8C72A16123}"/>
              </a:ext>
            </a:extLst>
          </p:cNvPr>
          <p:cNvGraphicFramePr>
            <a:graphicFrameLocks noGrp="1"/>
          </p:cNvGraphicFramePr>
          <p:nvPr>
            <p:extLst>
              <p:ext uri="{D42A27DB-BD31-4B8C-83A1-F6EECF244321}">
                <p14:modId xmlns:p14="http://schemas.microsoft.com/office/powerpoint/2010/main" val="3490712093"/>
              </p:ext>
            </p:extLst>
          </p:nvPr>
        </p:nvGraphicFramePr>
        <p:xfrm>
          <a:off x="30131853" y="23344996"/>
          <a:ext cx="5900932" cy="1993391"/>
        </p:xfrm>
        <a:graphic>
          <a:graphicData uri="http://schemas.openxmlformats.org/drawingml/2006/table">
            <a:tbl>
              <a:tblPr>
                <a:tableStyleId>{5C22544A-7EE6-4342-B048-85BDC9FD1C3A}</a:tableStyleId>
              </a:tblPr>
              <a:tblGrid>
                <a:gridCol w="1981157">
                  <a:extLst>
                    <a:ext uri="{9D8B030D-6E8A-4147-A177-3AD203B41FA5}">
                      <a16:colId xmlns:a16="http://schemas.microsoft.com/office/drawing/2014/main" val="3486793443"/>
                    </a:ext>
                  </a:extLst>
                </a:gridCol>
                <a:gridCol w="1167340">
                  <a:extLst>
                    <a:ext uri="{9D8B030D-6E8A-4147-A177-3AD203B41FA5}">
                      <a16:colId xmlns:a16="http://schemas.microsoft.com/office/drawing/2014/main" val="3281978726"/>
                    </a:ext>
                  </a:extLst>
                </a:gridCol>
                <a:gridCol w="1359291">
                  <a:extLst>
                    <a:ext uri="{9D8B030D-6E8A-4147-A177-3AD203B41FA5}">
                      <a16:colId xmlns:a16="http://schemas.microsoft.com/office/drawing/2014/main" val="3961738118"/>
                    </a:ext>
                  </a:extLst>
                </a:gridCol>
                <a:gridCol w="1393144">
                  <a:extLst>
                    <a:ext uri="{9D8B030D-6E8A-4147-A177-3AD203B41FA5}">
                      <a16:colId xmlns:a16="http://schemas.microsoft.com/office/drawing/2014/main" val="372079941"/>
                    </a:ext>
                  </a:extLst>
                </a:gridCol>
              </a:tblGrid>
              <a:tr h="557295">
                <a:tc>
                  <a:txBody>
                    <a:bodyPr/>
                    <a:lstStyle/>
                    <a:p>
                      <a:pPr algn="l" fontAlgn="b"/>
                      <a:r>
                        <a:rPr lang="en-US" sz="1800" u="none" strike="noStrike" dirty="0">
                          <a:effectLst/>
                        </a:rPr>
                        <a:t> </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dirty="0">
                          <a:effectLst/>
                        </a:rPr>
                        <a:t>Silhouette</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dirty="0">
                          <a:effectLst/>
                        </a:rPr>
                        <a:t>Calinski-Harabasz</a:t>
                      </a:r>
                      <a:endParaRPr lang="en-US" sz="1800" b="0" i="0" u="none" strike="noStrike" dirty="0">
                        <a:solidFill>
                          <a:srgbClr val="000000"/>
                        </a:solidFill>
                        <a:effectLst/>
                        <a:latin typeface="Times New Roman" panose="02020603050405020304" pitchFamily="18"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dirty="0">
                          <a:effectLst/>
                        </a:rPr>
                        <a:t>Davies-Bouldin</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052930"/>
                  </a:ext>
                </a:extLst>
              </a:tr>
              <a:tr h="283403">
                <a:tc>
                  <a:txBody>
                    <a:bodyPr/>
                    <a:lstStyle/>
                    <a:p>
                      <a:pPr algn="l" fontAlgn="b"/>
                      <a:r>
                        <a:rPr lang="en-US" sz="1800" u="none" strike="noStrike" dirty="0">
                          <a:effectLst/>
                        </a:rPr>
                        <a:t>KMeans</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r" fontAlgn="b"/>
                      <a:r>
                        <a:rPr lang="en-US" sz="1800" u="none" strike="noStrike" dirty="0">
                          <a:effectLst/>
                        </a:rPr>
                        <a:t>0.34</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CCF0F5"/>
                    </a:solidFill>
                  </a:tcPr>
                </a:tc>
                <a:tc>
                  <a:txBody>
                    <a:bodyPr/>
                    <a:lstStyle/>
                    <a:p>
                      <a:pPr algn="r" fontAlgn="b"/>
                      <a:r>
                        <a:rPr lang="en-US" sz="1800" u="none" strike="noStrike" dirty="0">
                          <a:effectLst/>
                        </a:rPr>
                        <a:t>72462.59</a:t>
                      </a:r>
                      <a:endParaRPr lang="en-US" sz="1800" b="0" i="0" u="none" strike="noStrike" dirty="0">
                        <a:solidFill>
                          <a:srgbClr val="000000"/>
                        </a:solidFill>
                        <a:effectLst/>
                        <a:latin typeface="Times New Roman" panose="02020603050405020304" pitchFamily="18" charset="0"/>
                      </a:endParaRPr>
                    </a:p>
                  </a:txBody>
                  <a:tcPr marL="9525" marR="9525" marT="9525" marB="0" anchor="b">
                    <a:lnT w="12700" cap="flat" cmpd="sng" algn="ctr">
                      <a:solidFill>
                        <a:schemeClr val="tx1"/>
                      </a:solidFill>
                      <a:prstDash val="solid"/>
                      <a:round/>
                      <a:headEnd type="none" w="med" len="med"/>
                      <a:tailEnd type="none" w="med" len="med"/>
                    </a:lnT>
                    <a:solidFill>
                      <a:srgbClr val="CCF0F5"/>
                    </a:solidFill>
                  </a:tcPr>
                </a:tc>
                <a:tc>
                  <a:txBody>
                    <a:bodyPr/>
                    <a:lstStyle/>
                    <a:p>
                      <a:pPr algn="r" fontAlgn="b"/>
                      <a:r>
                        <a:rPr lang="en-US" sz="1800" u="none" strike="noStrike">
                          <a:effectLst/>
                        </a:rPr>
                        <a:t>0.79</a:t>
                      </a:r>
                      <a:endParaRPr lang="en-US" sz="1800" b="0" i="0" u="none" strike="noStrike">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433108874"/>
                  </a:ext>
                </a:extLst>
              </a:tr>
              <a:tr h="299846">
                <a:tc>
                  <a:txBody>
                    <a:bodyPr/>
                    <a:lstStyle/>
                    <a:p>
                      <a:pPr algn="l" fontAlgn="b"/>
                      <a:r>
                        <a:rPr lang="en-US" sz="1800" u="none" strike="noStrike" dirty="0">
                          <a:effectLst/>
                        </a:rPr>
                        <a:t>Mini-Batch KMeans</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b"/>
                      <a:r>
                        <a:rPr lang="en-US" sz="1800" u="none" strike="noStrike" dirty="0">
                          <a:effectLst/>
                        </a:rPr>
                        <a:t>0.33</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solidFill>
                      <a:schemeClr val="bg1"/>
                    </a:solidFill>
                  </a:tcPr>
                </a:tc>
                <a:tc>
                  <a:txBody>
                    <a:bodyPr/>
                    <a:lstStyle/>
                    <a:p>
                      <a:pPr algn="r" fontAlgn="b"/>
                      <a:r>
                        <a:rPr lang="en-US" sz="1800" u="none" strike="noStrike" dirty="0">
                          <a:effectLst/>
                        </a:rPr>
                        <a:t>69040.65</a:t>
                      </a:r>
                      <a:endParaRPr lang="en-US" sz="1800" b="0" i="0" u="none" strike="noStrike" dirty="0">
                        <a:solidFill>
                          <a:srgbClr val="000000"/>
                        </a:solidFill>
                        <a:effectLst/>
                        <a:latin typeface="Times New Roman" panose="02020603050405020304" pitchFamily="18" charset="0"/>
                      </a:endParaRPr>
                    </a:p>
                  </a:txBody>
                  <a:tcPr marL="9525" marR="9525" marT="9525" marB="0" anchor="b">
                    <a:solidFill>
                      <a:schemeClr val="bg1"/>
                    </a:solidFill>
                  </a:tcPr>
                </a:tc>
                <a:tc>
                  <a:txBody>
                    <a:bodyPr/>
                    <a:lstStyle/>
                    <a:p>
                      <a:pPr algn="r" fontAlgn="b"/>
                      <a:r>
                        <a:rPr lang="en-US" sz="1800" u="none" strike="noStrike">
                          <a:effectLst/>
                        </a:rPr>
                        <a:t>0.83</a:t>
                      </a:r>
                      <a:endParaRPr lang="en-US" sz="1800" b="0" i="0" u="none" strike="noStrike">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514569793"/>
                  </a:ext>
                </a:extLst>
              </a:tr>
              <a:tr h="283403">
                <a:tc>
                  <a:txBody>
                    <a:bodyPr/>
                    <a:lstStyle/>
                    <a:p>
                      <a:pPr algn="l" fontAlgn="b"/>
                      <a:r>
                        <a:rPr lang="en-US" sz="1800" u="none" strike="noStrike" dirty="0">
                          <a:effectLst/>
                        </a:rPr>
                        <a:t>Spectral</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b"/>
                      <a:r>
                        <a:rPr lang="en-US" sz="1800" u="none" strike="noStrike">
                          <a:effectLst/>
                        </a:rPr>
                        <a:t>0.32</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solidFill>
                      <a:schemeClr val="bg1"/>
                    </a:solidFill>
                  </a:tcPr>
                </a:tc>
                <a:tc>
                  <a:txBody>
                    <a:bodyPr/>
                    <a:lstStyle/>
                    <a:p>
                      <a:pPr algn="r" fontAlgn="b"/>
                      <a:r>
                        <a:rPr lang="en-US" sz="1800" u="none" strike="noStrike" dirty="0">
                          <a:effectLst/>
                        </a:rPr>
                        <a:t>64344.15</a:t>
                      </a:r>
                      <a:endParaRPr lang="en-US" sz="1800" b="0" i="0" u="none" strike="noStrike" dirty="0">
                        <a:solidFill>
                          <a:srgbClr val="000000"/>
                        </a:solidFill>
                        <a:effectLst/>
                        <a:latin typeface="Times New Roman" panose="02020603050405020304" pitchFamily="18" charset="0"/>
                      </a:endParaRPr>
                    </a:p>
                  </a:txBody>
                  <a:tcPr marL="9525" marR="9525" marT="9525" marB="0" anchor="b">
                    <a:solidFill>
                      <a:schemeClr val="bg1"/>
                    </a:solidFill>
                  </a:tcPr>
                </a:tc>
                <a:tc>
                  <a:txBody>
                    <a:bodyPr/>
                    <a:lstStyle/>
                    <a:p>
                      <a:pPr algn="r" fontAlgn="b"/>
                      <a:r>
                        <a:rPr lang="en-US" sz="1800" u="none" strike="noStrike" dirty="0">
                          <a:effectLst/>
                        </a:rPr>
                        <a:t>0.76</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solidFill>
                      <a:srgbClr val="CCF0F5"/>
                    </a:solidFill>
                  </a:tcPr>
                </a:tc>
                <a:extLst>
                  <a:ext uri="{0D108BD9-81ED-4DB2-BD59-A6C34878D82A}">
                    <a16:rowId xmlns:a16="http://schemas.microsoft.com/office/drawing/2014/main" val="3164123611"/>
                  </a:ext>
                </a:extLst>
              </a:tr>
              <a:tr h="283403">
                <a:tc>
                  <a:txBody>
                    <a:bodyPr/>
                    <a:lstStyle/>
                    <a:p>
                      <a:pPr algn="l" fontAlgn="b"/>
                      <a:r>
                        <a:rPr lang="en-US" sz="1800" u="none" strike="noStrike" dirty="0">
                          <a:effectLst/>
                        </a:rPr>
                        <a:t>Ward</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solidFill>
                  </a:tcPr>
                </a:tc>
                <a:tc>
                  <a:txBody>
                    <a:bodyPr/>
                    <a:lstStyle/>
                    <a:p>
                      <a:pPr algn="r" fontAlgn="b"/>
                      <a:r>
                        <a:rPr lang="en-US" sz="1800" u="none" strike="noStrike">
                          <a:effectLst/>
                        </a:rPr>
                        <a:t>0.27</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solidFill>
                      <a:schemeClr val="bg1"/>
                    </a:solidFill>
                  </a:tcPr>
                </a:tc>
                <a:tc>
                  <a:txBody>
                    <a:bodyPr/>
                    <a:lstStyle/>
                    <a:p>
                      <a:pPr algn="r" fontAlgn="b"/>
                      <a:r>
                        <a:rPr lang="en-US" sz="1800" u="none" strike="noStrike" dirty="0">
                          <a:effectLst/>
                        </a:rPr>
                        <a:t>58761.53</a:t>
                      </a:r>
                      <a:endParaRPr lang="en-US" sz="1800" b="0" i="0" u="none" strike="noStrike" dirty="0">
                        <a:solidFill>
                          <a:srgbClr val="000000"/>
                        </a:solidFill>
                        <a:effectLst/>
                        <a:latin typeface="Times New Roman" panose="02020603050405020304" pitchFamily="18" charset="0"/>
                      </a:endParaRPr>
                    </a:p>
                  </a:txBody>
                  <a:tcPr marL="9525" marR="9525" marT="9525" marB="0" anchor="b">
                    <a:solidFill>
                      <a:schemeClr val="bg1"/>
                    </a:solidFill>
                  </a:tcPr>
                </a:tc>
                <a:tc>
                  <a:txBody>
                    <a:bodyPr/>
                    <a:lstStyle/>
                    <a:p>
                      <a:pPr algn="r" fontAlgn="b"/>
                      <a:r>
                        <a:rPr lang="en-US" sz="1800" u="none" strike="noStrike" dirty="0">
                          <a:effectLst/>
                        </a:rPr>
                        <a:t>0.91</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3907227840"/>
                  </a:ext>
                </a:extLst>
              </a:tr>
              <a:tr h="283403">
                <a:tc>
                  <a:txBody>
                    <a:bodyPr/>
                    <a:lstStyle/>
                    <a:p>
                      <a:pPr algn="l" fontAlgn="b"/>
                      <a:r>
                        <a:rPr lang="en-US" sz="1800" u="none" strike="noStrike" dirty="0">
                          <a:effectLst/>
                        </a:rPr>
                        <a:t>BIRCH</a:t>
                      </a:r>
                      <a:endParaRPr lang="en-US" sz="1800" b="0" i="0" u="none" strike="noStrike" dirty="0">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a:effectLst/>
                        </a:rPr>
                        <a:t>0.26</a:t>
                      </a:r>
                      <a:endParaRPr lang="en-US" sz="1800" b="0" i="0" u="none" strike="noStrike">
                        <a:solidFill>
                          <a:srgbClr val="000000"/>
                        </a:solidFill>
                        <a:effectLst/>
                        <a:latin typeface="Times New Roman" panose="02020603050405020304" pitchFamily="18" charset="0"/>
                      </a:endParaRPr>
                    </a:p>
                  </a:txBody>
                  <a:tcPr marL="9525" marR="9525" marT="9525"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dirty="0">
                          <a:effectLst/>
                        </a:rPr>
                        <a:t>57272.38</a:t>
                      </a:r>
                      <a:endParaRPr lang="en-US" sz="1800" b="0" i="0" u="none" strike="noStrike" dirty="0">
                        <a:solidFill>
                          <a:srgbClr val="000000"/>
                        </a:solidFill>
                        <a:effectLst/>
                        <a:latin typeface="Times New Roman" panose="02020603050405020304" pitchFamily="18" charset="0"/>
                      </a:endParaRPr>
                    </a:p>
                  </a:txBody>
                  <a:tcPr marL="9525" marR="9525" marT="9525" marB="0" anchor="b">
                    <a:lnB w="12700" cap="flat" cmpd="sng" algn="ctr">
                      <a:solidFill>
                        <a:schemeClr val="tx1"/>
                      </a:solidFill>
                      <a:prstDash val="solid"/>
                      <a:round/>
                      <a:headEnd type="none" w="med" len="med"/>
                      <a:tailEnd type="none" w="med" len="med"/>
                    </a:lnB>
                    <a:solidFill>
                      <a:schemeClr val="bg1"/>
                    </a:solidFill>
                  </a:tcPr>
                </a:tc>
                <a:tc>
                  <a:txBody>
                    <a:bodyPr/>
                    <a:lstStyle/>
                    <a:p>
                      <a:pPr algn="r" fontAlgn="b"/>
                      <a:r>
                        <a:rPr lang="en-US" sz="1800" u="none" strike="noStrike" dirty="0">
                          <a:effectLst/>
                        </a:rPr>
                        <a:t>0.93</a:t>
                      </a:r>
                      <a:endParaRPr lang="en-US" sz="1800" b="0" i="0" u="none" strike="noStrike" dirty="0">
                        <a:solidFill>
                          <a:srgbClr val="000000"/>
                        </a:solidFill>
                        <a:effectLst/>
                        <a:latin typeface="Times New Roman" panose="02020603050405020304" pitchFamily="18" charset="0"/>
                      </a:endParaRPr>
                    </a:p>
                  </a:txBody>
                  <a:tcPr marL="9525" marR="9525" marT="9525"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58249121"/>
                  </a:ext>
                </a:extLst>
              </a:tr>
            </a:tbl>
          </a:graphicData>
        </a:graphic>
      </p:graphicFrame>
      <p:sp>
        <p:nvSpPr>
          <p:cNvPr id="243" name="TextBox 242">
            <a:extLst>
              <a:ext uri="{FF2B5EF4-FFF2-40B4-BE49-F238E27FC236}">
                <a16:creationId xmlns:a16="http://schemas.microsoft.com/office/drawing/2014/main" id="{9F07FFC3-6CA9-4FAB-999F-C7A345BD46C8}"/>
              </a:ext>
            </a:extLst>
          </p:cNvPr>
          <p:cNvSpPr txBox="1"/>
          <p:nvPr/>
        </p:nvSpPr>
        <p:spPr>
          <a:xfrm>
            <a:off x="32406461" y="22798319"/>
            <a:ext cx="1351717" cy="523220"/>
          </a:xfrm>
          <a:prstGeom prst="rect">
            <a:avLst/>
          </a:prstGeom>
          <a:noFill/>
        </p:spPr>
        <p:txBody>
          <a:bodyPr wrap="none" rtlCol="0">
            <a:spAutoFit/>
          </a:bodyPr>
          <a:lstStyle/>
          <a:p>
            <a:r>
              <a:rPr lang="en-US" sz="2800" dirty="0"/>
              <a:t>Figure 3</a:t>
            </a:r>
          </a:p>
        </p:txBody>
      </p:sp>
      <p:sp>
        <p:nvSpPr>
          <p:cNvPr id="173" name="TextBox 172">
            <a:extLst>
              <a:ext uri="{FF2B5EF4-FFF2-40B4-BE49-F238E27FC236}">
                <a16:creationId xmlns:a16="http://schemas.microsoft.com/office/drawing/2014/main" id="{A37B587B-ACA5-48C2-9792-119D1057AC5A}"/>
              </a:ext>
            </a:extLst>
          </p:cNvPr>
          <p:cNvSpPr txBox="1"/>
          <p:nvPr/>
        </p:nvSpPr>
        <p:spPr>
          <a:xfrm>
            <a:off x="20948237" y="20166832"/>
            <a:ext cx="9140775" cy="5663089"/>
          </a:xfrm>
          <a:prstGeom prst="rect">
            <a:avLst/>
          </a:prstGeom>
          <a:noFill/>
        </p:spPr>
        <p:txBody>
          <a:bodyPr wrap="square" lIns="91440" tIns="45720" rIns="91440" bIns="45720" anchor="t">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US" sz="3200" b="1" i="0" u="none" strike="noStrike" kern="1200" cap="none" spc="0" normalizeH="0" baseline="0" noProof="0" dirty="0">
                <a:ln>
                  <a:noFill/>
                </a:ln>
                <a:effectLst/>
                <a:uLnTx/>
                <a:uFillTx/>
                <a:ea typeface="+mn-ea"/>
                <a:cs typeface="+mn-cs"/>
              </a:rPr>
              <a:t>What are the features that make each cluster unique? </a:t>
            </a:r>
            <a:r>
              <a:rPr lang="en-US" sz="3200" dirty="0"/>
              <a:t>We calculated the variance of means between clusters within each feature</a:t>
            </a:r>
            <a:r>
              <a:rPr kumimoji="0" lang="en-US" sz="3200" i="0" u="none" strike="noStrike" kern="1200" cap="none" spc="0" normalizeH="0" baseline="0" noProof="0" dirty="0">
                <a:ln>
                  <a:noFill/>
                </a:ln>
                <a:effectLst/>
                <a:uLnTx/>
                <a:uFillTx/>
                <a:ea typeface="+mn-ea"/>
                <a:cs typeface="+mn-cs"/>
              </a:rPr>
              <a:t> and determined the top ones. These were the amenities within 25 miles (std devs ~.2), percent of population that is white (single race) (std dev .200), and % of housing that is multi-unit (std dev .185) </a:t>
            </a:r>
            <a:r>
              <a:rPr lang="en-US" sz="3200" dirty="0"/>
              <a:t>.</a:t>
            </a:r>
            <a:endParaRPr kumimoji="0" lang="en-US" sz="3200" i="0" u="none" strike="noStrike" kern="1200" cap="none" spc="0" normalizeH="0" baseline="0" noProof="0" dirty="0">
              <a:ln>
                <a:noFill/>
              </a:ln>
              <a:solidFill>
                <a:prstClr val="black"/>
              </a:solidFill>
              <a:effectLst/>
              <a:uLnTx/>
              <a:uFillTx/>
              <a:ea typeface="+mn-ea"/>
              <a:cs typeface="+mn-cs"/>
            </a:endParaRPr>
          </a:p>
          <a:p>
            <a:pPr marL="0" marR="0" lvl="0" indent="0" algn="l" defTabSz="457200" rtl="0" eaLnBrk="1" fontAlgn="auto" latinLnBrk="0" hangingPunct="1">
              <a:lnSpc>
                <a:spcPct val="100000"/>
              </a:lnSpc>
              <a:spcBef>
                <a:spcPts val="0"/>
              </a:spcBef>
              <a:spcAft>
                <a:spcPts val="1200"/>
              </a:spcAft>
              <a:buClrTx/>
              <a:buSzTx/>
              <a:buFontTx/>
              <a:buNone/>
              <a:tabLst/>
              <a:defRPr/>
            </a:pPr>
            <a:r>
              <a:rPr lang="en-US" sz="3200" b="1" dirty="0"/>
              <a:t>How does this compare to other methods?</a:t>
            </a:r>
            <a:r>
              <a:rPr lang="en-US" sz="3200" b="1" dirty="0">
                <a:solidFill>
                  <a:prstClr val="black"/>
                </a:solidFill>
              </a:rPr>
              <a:t> </a:t>
            </a:r>
            <a:r>
              <a:rPr lang="en-US" sz="3200" dirty="0">
                <a:solidFill>
                  <a:prstClr val="black"/>
                </a:solidFill>
              </a:rPr>
              <a:t>This </a:t>
            </a:r>
            <a:r>
              <a:rPr lang="en-US" sz="3200" b="0" i="0" dirty="0">
                <a:effectLst/>
              </a:rPr>
              <a:t>clustering and ranking approach represents a first step in providing personalized recommendations on places to live, which is not a feature offered by other tools.</a:t>
            </a:r>
          </a:p>
        </p:txBody>
      </p:sp>
      <p:sp>
        <p:nvSpPr>
          <p:cNvPr id="247" name="TextBox 246">
            <a:extLst>
              <a:ext uri="{FF2B5EF4-FFF2-40B4-BE49-F238E27FC236}">
                <a16:creationId xmlns:a16="http://schemas.microsoft.com/office/drawing/2014/main" id="{5FE57E8C-1112-44BC-9520-279117D7BCF8}"/>
              </a:ext>
            </a:extLst>
          </p:cNvPr>
          <p:cNvSpPr txBox="1"/>
          <p:nvPr/>
        </p:nvSpPr>
        <p:spPr>
          <a:xfrm>
            <a:off x="16690193" y="24645889"/>
            <a:ext cx="4182665" cy="1384995"/>
          </a:xfrm>
          <a:prstGeom prst="rect">
            <a:avLst/>
          </a:prstGeom>
          <a:noFill/>
        </p:spPr>
        <p:txBody>
          <a:bodyPr wrap="square" lIns="91440" tIns="45720" rIns="91440" bIns="45720" rtlCol="0" anchor="t">
            <a:spAutoFit/>
          </a:bodyPr>
          <a:lstStyle/>
          <a:p>
            <a:pPr algn="ctr"/>
            <a:r>
              <a:rPr lang="en-US" sz="2800" dirty="0"/>
              <a:t>2D Visualization of the final model's clustering output and cluster centers</a:t>
            </a:r>
            <a:endParaRPr lang="en-US" sz="2800" dirty="0">
              <a:solidFill>
                <a:srgbClr val="000000"/>
              </a:solidFill>
              <a:cs typeface="Calibri"/>
            </a:endParaRPr>
          </a:p>
        </p:txBody>
      </p:sp>
      <p:grpSp>
        <p:nvGrpSpPr>
          <p:cNvPr id="79" name="Group 78">
            <a:extLst>
              <a:ext uri="{FF2B5EF4-FFF2-40B4-BE49-F238E27FC236}">
                <a16:creationId xmlns:a16="http://schemas.microsoft.com/office/drawing/2014/main" id="{A2D1D1A0-5391-4BD8-804C-8BFDE8879774}"/>
              </a:ext>
            </a:extLst>
          </p:cNvPr>
          <p:cNvGrpSpPr/>
          <p:nvPr/>
        </p:nvGrpSpPr>
        <p:grpSpPr>
          <a:xfrm>
            <a:off x="24636400" y="5826047"/>
            <a:ext cx="11373932" cy="2534518"/>
            <a:chOff x="24621328" y="5899961"/>
            <a:chExt cx="11373932" cy="2534518"/>
          </a:xfrm>
        </p:grpSpPr>
        <p:sp>
          <p:nvSpPr>
            <p:cNvPr id="214" name="Rectangle 213">
              <a:extLst>
                <a:ext uri="{FF2B5EF4-FFF2-40B4-BE49-F238E27FC236}">
                  <a16:creationId xmlns:a16="http://schemas.microsoft.com/office/drawing/2014/main" id="{7818012C-863D-4F32-95C1-1A8924DA372B}"/>
                </a:ext>
              </a:extLst>
            </p:cNvPr>
            <p:cNvSpPr/>
            <p:nvPr/>
          </p:nvSpPr>
          <p:spPr>
            <a:xfrm>
              <a:off x="24621328" y="6135461"/>
              <a:ext cx="1054777" cy="8566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Load States</a:t>
              </a:r>
            </a:p>
          </p:txBody>
        </p:sp>
        <p:sp>
          <p:nvSpPr>
            <p:cNvPr id="216" name="Rectangle 215">
              <a:extLst>
                <a:ext uri="{FF2B5EF4-FFF2-40B4-BE49-F238E27FC236}">
                  <a16:creationId xmlns:a16="http://schemas.microsoft.com/office/drawing/2014/main" id="{57525508-9563-4458-AEB2-EB0DA8EBE6C2}"/>
                </a:ext>
              </a:extLst>
            </p:cNvPr>
            <p:cNvSpPr/>
            <p:nvPr/>
          </p:nvSpPr>
          <p:spPr>
            <a:xfrm>
              <a:off x="25958761" y="6119057"/>
              <a:ext cx="1089783" cy="85777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Load State Zip Codes</a:t>
              </a:r>
            </a:p>
          </p:txBody>
        </p:sp>
        <p:sp>
          <p:nvSpPr>
            <p:cNvPr id="219" name="Flowchart: Terminator 218">
              <a:extLst>
                <a:ext uri="{FF2B5EF4-FFF2-40B4-BE49-F238E27FC236}">
                  <a16:creationId xmlns:a16="http://schemas.microsoft.com/office/drawing/2014/main" id="{8009F2B2-16F0-46BD-8DCD-9F9A5B7B7736}"/>
                </a:ext>
              </a:extLst>
            </p:cNvPr>
            <p:cNvSpPr/>
            <p:nvPr/>
          </p:nvSpPr>
          <p:spPr>
            <a:xfrm>
              <a:off x="27332485" y="6139928"/>
              <a:ext cx="1508163" cy="859866"/>
            </a:xfrm>
            <a:prstGeom prst="flowChartTermina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Call Foursquare API</a:t>
              </a:r>
            </a:p>
          </p:txBody>
        </p:sp>
        <p:sp>
          <p:nvSpPr>
            <p:cNvPr id="221" name="Rectangle 220">
              <a:extLst>
                <a:ext uri="{FF2B5EF4-FFF2-40B4-BE49-F238E27FC236}">
                  <a16:creationId xmlns:a16="http://schemas.microsoft.com/office/drawing/2014/main" id="{B8F66939-4478-4B63-A5E9-127AC26A9A10}"/>
                </a:ext>
              </a:extLst>
            </p:cNvPr>
            <p:cNvSpPr/>
            <p:nvPr/>
          </p:nvSpPr>
          <p:spPr>
            <a:xfrm>
              <a:off x="29065415" y="6143812"/>
              <a:ext cx="1068386" cy="8598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Capture Venues</a:t>
              </a:r>
            </a:p>
          </p:txBody>
        </p:sp>
        <p:grpSp>
          <p:nvGrpSpPr>
            <p:cNvPr id="228" name="Group 227">
              <a:extLst>
                <a:ext uri="{FF2B5EF4-FFF2-40B4-BE49-F238E27FC236}">
                  <a16:creationId xmlns:a16="http://schemas.microsoft.com/office/drawing/2014/main" id="{71289D64-61E0-4E5E-8D5E-A834DB2D3035}"/>
                </a:ext>
              </a:extLst>
            </p:cNvPr>
            <p:cNvGrpSpPr/>
            <p:nvPr/>
          </p:nvGrpSpPr>
          <p:grpSpPr>
            <a:xfrm>
              <a:off x="30546891" y="5906832"/>
              <a:ext cx="1735480" cy="1323204"/>
              <a:chOff x="32292919" y="7130148"/>
              <a:chExt cx="1735480" cy="1040450"/>
            </a:xfrm>
          </p:grpSpPr>
          <p:sp>
            <p:nvSpPr>
              <p:cNvPr id="223" name="TextBox 222">
                <a:extLst>
                  <a:ext uri="{FF2B5EF4-FFF2-40B4-BE49-F238E27FC236}">
                    <a16:creationId xmlns:a16="http://schemas.microsoft.com/office/drawing/2014/main" id="{4C10A087-0991-4370-A873-8CD9FA0A5433}"/>
                  </a:ext>
                </a:extLst>
              </p:cNvPr>
              <p:cNvSpPr txBox="1"/>
              <p:nvPr/>
            </p:nvSpPr>
            <p:spPr>
              <a:xfrm>
                <a:off x="32316894" y="7330457"/>
                <a:ext cx="1711505" cy="629027"/>
              </a:xfrm>
              <a:prstGeom prst="rect">
                <a:avLst/>
              </a:prstGeom>
              <a:noFill/>
            </p:spPr>
            <p:txBody>
              <a:bodyPr wrap="square" rtlCol="0">
                <a:spAutoFit/>
              </a:bodyPr>
              <a:lstStyle/>
              <a:p>
                <a:pPr algn="ctr"/>
                <a:r>
                  <a:rPr lang="en-US" sz="2000" dirty="0"/>
                  <a:t>More Zip Codes in St?</a:t>
                </a:r>
              </a:p>
            </p:txBody>
          </p:sp>
          <p:sp>
            <p:nvSpPr>
              <p:cNvPr id="222" name="Flowchart: Decision 221">
                <a:extLst>
                  <a:ext uri="{FF2B5EF4-FFF2-40B4-BE49-F238E27FC236}">
                    <a16:creationId xmlns:a16="http://schemas.microsoft.com/office/drawing/2014/main" id="{17DBA876-EAB0-49C4-B5E4-764638BA0585}"/>
                  </a:ext>
                </a:extLst>
              </p:cNvPr>
              <p:cNvSpPr/>
              <p:nvPr/>
            </p:nvSpPr>
            <p:spPr>
              <a:xfrm>
                <a:off x="32292919" y="7130148"/>
                <a:ext cx="1663540" cy="104045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grpSp>
        <p:grpSp>
          <p:nvGrpSpPr>
            <p:cNvPr id="229" name="Group 228">
              <a:extLst>
                <a:ext uri="{FF2B5EF4-FFF2-40B4-BE49-F238E27FC236}">
                  <a16:creationId xmlns:a16="http://schemas.microsoft.com/office/drawing/2014/main" id="{6AB3C4C4-5BE1-40E7-AD83-B693153C0F09}"/>
                </a:ext>
              </a:extLst>
            </p:cNvPr>
            <p:cNvGrpSpPr/>
            <p:nvPr/>
          </p:nvGrpSpPr>
          <p:grpSpPr>
            <a:xfrm>
              <a:off x="32692602" y="5899961"/>
              <a:ext cx="1711505" cy="1323203"/>
              <a:chOff x="32292911" y="7130148"/>
              <a:chExt cx="1711505" cy="1040450"/>
            </a:xfrm>
          </p:grpSpPr>
          <p:sp>
            <p:nvSpPr>
              <p:cNvPr id="230" name="Flowchart: Decision 229">
                <a:extLst>
                  <a:ext uri="{FF2B5EF4-FFF2-40B4-BE49-F238E27FC236}">
                    <a16:creationId xmlns:a16="http://schemas.microsoft.com/office/drawing/2014/main" id="{B47ACCE2-2821-4D25-A653-6D42848C9180}"/>
                  </a:ext>
                </a:extLst>
              </p:cNvPr>
              <p:cNvSpPr/>
              <p:nvPr/>
            </p:nvSpPr>
            <p:spPr>
              <a:xfrm>
                <a:off x="32292919" y="7130148"/>
                <a:ext cx="1663540" cy="1040450"/>
              </a:xfrm>
              <a:prstGeom prst="flowChartDecision">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dirty="0">
                  <a:solidFill>
                    <a:schemeClr val="tx1"/>
                  </a:solidFill>
                </a:endParaRPr>
              </a:p>
            </p:txBody>
          </p:sp>
          <p:sp>
            <p:nvSpPr>
              <p:cNvPr id="231" name="TextBox 230">
                <a:extLst>
                  <a:ext uri="{FF2B5EF4-FFF2-40B4-BE49-F238E27FC236}">
                    <a16:creationId xmlns:a16="http://schemas.microsoft.com/office/drawing/2014/main" id="{4B49D898-0BF0-4699-AFAA-D9C258AC441E}"/>
                  </a:ext>
                </a:extLst>
              </p:cNvPr>
              <p:cNvSpPr txBox="1"/>
              <p:nvPr/>
            </p:nvSpPr>
            <p:spPr>
              <a:xfrm>
                <a:off x="32292911" y="7381682"/>
                <a:ext cx="1711505" cy="629027"/>
              </a:xfrm>
              <a:prstGeom prst="rect">
                <a:avLst/>
              </a:prstGeom>
              <a:noFill/>
            </p:spPr>
            <p:txBody>
              <a:bodyPr wrap="square" rtlCol="0">
                <a:spAutoFit/>
              </a:bodyPr>
              <a:lstStyle/>
              <a:p>
                <a:pPr algn="ctr"/>
                <a:r>
                  <a:rPr lang="en-US" sz="2000" dirty="0"/>
                  <a:t>Additional States?</a:t>
                </a:r>
              </a:p>
            </p:txBody>
          </p:sp>
        </p:grpSp>
        <p:sp>
          <p:nvSpPr>
            <p:cNvPr id="233" name="Rectangle 232">
              <a:extLst>
                <a:ext uri="{FF2B5EF4-FFF2-40B4-BE49-F238E27FC236}">
                  <a16:creationId xmlns:a16="http://schemas.microsoft.com/office/drawing/2014/main" id="{2AED2E96-ECD0-4B0E-8CF1-519C512C2DC1}"/>
                </a:ext>
              </a:extLst>
            </p:cNvPr>
            <p:cNvSpPr/>
            <p:nvPr/>
          </p:nvSpPr>
          <p:spPr>
            <a:xfrm>
              <a:off x="34705591" y="6196893"/>
              <a:ext cx="1157211" cy="85986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Merge Datasets</a:t>
              </a:r>
            </a:p>
          </p:txBody>
        </p:sp>
        <p:cxnSp>
          <p:nvCxnSpPr>
            <p:cNvPr id="235" name="Straight Arrow Connector 234">
              <a:extLst>
                <a:ext uri="{FF2B5EF4-FFF2-40B4-BE49-F238E27FC236}">
                  <a16:creationId xmlns:a16="http://schemas.microsoft.com/office/drawing/2014/main" id="{5320EF98-4F0F-47FE-ADCA-7EF08DF62DE2}"/>
                </a:ext>
              </a:extLst>
            </p:cNvPr>
            <p:cNvCxnSpPr>
              <a:cxnSpLocks/>
              <a:stCxn id="222" idx="2"/>
              <a:endCxn id="222" idx="2"/>
            </p:cNvCxnSpPr>
            <p:nvPr/>
          </p:nvCxnSpPr>
          <p:spPr>
            <a:xfrm>
              <a:off x="31378661" y="723003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7" name="Straight Arrow Connector 236">
              <a:extLst>
                <a:ext uri="{FF2B5EF4-FFF2-40B4-BE49-F238E27FC236}">
                  <a16:creationId xmlns:a16="http://schemas.microsoft.com/office/drawing/2014/main" id="{8B82AD6C-D968-4E95-BF05-34F46917A068}"/>
                </a:ext>
              </a:extLst>
            </p:cNvPr>
            <p:cNvCxnSpPr>
              <a:cxnSpLocks/>
              <a:stCxn id="223" idx="3"/>
            </p:cNvCxnSpPr>
            <p:nvPr/>
          </p:nvCxnSpPr>
          <p:spPr>
            <a:xfrm>
              <a:off x="32282371" y="6561563"/>
              <a:ext cx="0" cy="79114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42" name="Cylinder 241">
              <a:extLst>
                <a:ext uri="{FF2B5EF4-FFF2-40B4-BE49-F238E27FC236}">
                  <a16:creationId xmlns:a16="http://schemas.microsoft.com/office/drawing/2014/main" id="{1E52EC6A-B3B9-43E9-B7D8-36AE72202F8E}"/>
                </a:ext>
              </a:extLst>
            </p:cNvPr>
            <p:cNvSpPr/>
            <p:nvPr/>
          </p:nvSpPr>
          <p:spPr>
            <a:xfrm>
              <a:off x="31202251" y="7361132"/>
              <a:ext cx="1531360" cy="82072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State Dataset</a:t>
              </a:r>
            </a:p>
          </p:txBody>
        </p:sp>
        <p:sp>
          <p:nvSpPr>
            <p:cNvPr id="244" name="Cylinder 243">
              <a:extLst>
                <a:ext uri="{FF2B5EF4-FFF2-40B4-BE49-F238E27FC236}">
                  <a16:creationId xmlns:a16="http://schemas.microsoft.com/office/drawing/2014/main" id="{D1467471-D85D-4CDC-B354-61BA695078D5}"/>
                </a:ext>
              </a:extLst>
            </p:cNvPr>
            <p:cNvSpPr/>
            <p:nvPr/>
          </p:nvSpPr>
          <p:spPr>
            <a:xfrm>
              <a:off x="34463900" y="7389082"/>
              <a:ext cx="1531360" cy="820721"/>
            </a:xfrm>
            <a:prstGeom prst="can">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Amenities Dataset</a:t>
              </a:r>
            </a:p>
          </p:txBody>
        </p:sp>
        <p:sp>
          <p:nvSpPr>
            <p:cNvPr id="256" name="TextBox 255">
              <a:extLst>
                <a:ext uri="{FF2B5EF4-FFF2-40B4-BE49-F238E27FC236}">
                  <a16:creationId xmlns:a16="http://schemas.microsoft.com/office/drawing/2014/main" id="{F1CBD900-F9DB-4FE3-8C40-DF38654092AA}"/>
                </a:ext>
              </a:extLst>
            </p:cNvPr>
            <p:cNvSpPr txBox="1"/>
            <p:nvPr/>
          </p:nvSpPr>
          <p:spPr>
            <a:xfrm>
              <a:off x="32289752" y="6545242"/>
              <a:ext cx="690367" cy="369332"/>
            </a:xfrm>
            <a:prstGeom prst="rect">
              <a:avLst/>
            </a:prstGeom>
            <a:noFill/>
          </p:spPr>
          <p:txBody>
            <a:bodyPr wrap="square" rtlCol="0">
              <a:spAutoFit/>
            </a:bodyPr>
            <a:lstStyle/>
            <a:p>
              <a:r>
                <a:rPr lang="en-US" dirty="0"/>
                <a:t>no</a:t>
              </a:r>
            </a:p>
          </p:txBody>
        </p:sp>
        <p:cxnSp>
          <p:nvCxnSpPr>
            <p:cNvPr id="277" name="Straight Arrow Connector 276">
              <a:extLst>
                <a:ext uri="{FF2B5EF4-FFF2-40B4-BE49-F238E27FC236}">
                  <a16:creationId xmlns:a16="http://schemas.microsoft.com/office/drawing/2014/main" id="{9E12A03E-0C0A-4B09-89C6-D534BFD9C7A9}"/>
                </a:ext>
              </a:extLst>
            </p:cNvPr>
            <p:cNvCxnSpPr>
              <a:cxnSpLocks/>
            </p:cNvCxnSpPr>
            <p:nvPr/>
          </p:nvCxnSpPr>
          <p:spPr>
            <a:xfrm>
              <a:off x="25676105" y="6653190"/>
              <a:ext cx="297803"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8" name="Straight Arrow Connector 277">
              <a:extLst>
                <a:ext uri="{FF2B5EF4-FFF2-40B4-BE49-F238E27FC236}">
                  <a16:creationId xmlns:a16="http://schemas.microsoft.com/office/drawing/2014/main" id="{ECB75594-5C5E-4488-BFCE-E526B65DD0A9}"/>
                </a:ext>
              </a:extLst>
            </p:cNvPr>
            <p:cNvCxnSpPr>
              <a:cxnSpLocks/>
              <a:stCxn id="223" idx="3"/>
              <a:endCxn id="230" idx="1"/>
            </p:cNvCxnSpPr>
            <p:nvPr/>
          </p:nvCxnSpPr>
          <p:spPr>
            <a:xfrm>
              <a:off x="32282371" y="6561563"/>
              <a:ext cx="41023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9" name="Straight Arrow Connector 278">
              <a:extLst>
                <a:ext uri="{FF2B5EF4-FFF2-40B4-BE49-F238E27FC236}">
                  <a16:creationId xmlns:a16="http://schemas.microsoft.com/office/drawing/2014/main" id="{C70E2483-512F-4F5C-BFBB-E89FB56ADE9B}"/>
                </a:ext>
              </a:extLst>
            </p:cNvPr>
            <p:cNvCxnSpPr>
              <a:cxnSpLocks/>
            </p:cNvCxnSpPr>
            <p:nvPr/>
          </p:nvCxnSpPr>
          <p:spPr>
            <a:xfrm>
              <a:off x="27074796" y="6641802"/>
              <a:ext cx="25768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0" name="Straight Arrow Connector 279">
              <a:extLst>
                <a:ext uri="{FF2B5EF4-FFF2-40B4-BE49-F238E27FC236}">
                  <a16:creationId xmlns:a16="http://schemas.microsoft.com/office/drawing/2014/main" id="{0D0620AC-99D6-4B4A-9D56-395B8D4080AB}"/>
                </a:ext>
              </a:extLst>
            </p:cNvPr>
            <p:cNvCxnSpPr>
              <a:cxnSpLocks/>
            </p:cNvCxnSpPr>
            <p:nvPr/>
          </p:nvCxnSpPr>
          <p:spPr>
            <a:xfrm>
              <a:off x="28840648" y="6617178"/>
              <a:ext cx="22476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1" name="Straight Arrow Connector 280">
              <a:extLst>
                <a:ext uri="{FF2B5EF4-FFF2-40B4-BE49-F238E27FC236}">
                  <a16:creationId xmlns:a16="http://schemas.microsoft.com/office/drawing/2014/main" id="{BC3C53D5-6692-4622-A9B4-2E1B7C77DABD}"/>
                </a:ext>
              </a:extLst>
            </p:cNvPr>
            <p:cNvCxnSpPr/>
            <p:nvPr/>
          </p:nvCxnSpPr>
          <p:spPr>
            <a:xfrm>
              <a:off x="30133801" y="6610334"/>
              <a:ext cx="32334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2" name="Straight Arrow Connector 281">
              <a:extLst>
                <a:ext uri="{FF2B5EF4-FFF2-40B4-BE49-F238E27FC236}">
                  <a16:creationId xmlns:a16="http://schemas.microsoft.com/office/drawing/2014/main" id="{9329E341-EF64-46B0-A76E-1E8A4B7E22A8}"/>
                </a:ext>
              </a:extLst>
            </p:cNvPr>
            <p:cNvCxnSpPr/>
            <p:nvPr/>
          </p:nvCxnSpPr>
          <p:spPr>
            <a:xfrm>
              <a:off x="34356150" y="6547945"/>
              <a:ext cx="32334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83" name="Straight Arrow Connector 282">
              <a:extLst>
                <a:ext uri="{FF2B5EF4-FFF2-40B4-BE49-F238E27FC236}">
                  <a16:creationId xmlns:a16="http://schemas.microsoft.com/office/drawing/2014/main" id="{A2C92961-5A89-4975-918D-6540D4178E26}"/>
                </a:ext>
              </a:extLst>
            </p:cNvPr>
            <p:cNvCxnSpPr>
              <a:cxnSpLocks/>
              <a:endCxn id="244" idx="1"/>
            </p:cNvCxnSpPr>
            <p:nvPr/>
          </p:nvCxnSpPr>
          <p:spPr>
            <a:xfrm>
              <a:off x="35229580" y="6989657"/>
              <a:ext cx="0" cy="39942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nvGrpSpPr>
            <p:cNvPr id="31" name="Group 30">
              <a:extLst>
                <a:ext uri="{FF2B5EF4-FFF2-40B4-BE49-F238E27FC236}">
                  <a16:creationId xmlns:a16="http://schemas.microsoft.com/office/drawing/2014/main" id="{B445254B-D96D-4C59-811B-7CCA9051ED5F}"/>
                </a:ext>
              </a:extLst>
            </p:cNvPr>
            <p:cNvGrpSpPr/>
            <p:nvPr/>
          </p:nvGrpSpPr>
          <p:grpSpPr>
            <a:xfrm>
              <a:off x="27225405" y="6669430"/>
              <a:ext cx="3629970" cy="667759"/>
              <a:chOff x="27225405" y="6601696"/>
              <a:chExt cx="3629970" cy="919810"/>
            </a:xfrm>
          </p:grpSpPr>
          <p:cxnSp>
            <p:nvCxnSpPr>
              <p:cNvPr id="286" name="Straight Connector 285">
                <a:extLst>
                  <a:ext uri="{FF2B5EF4-FFF2-40B4-BE49-F238E27FC236}">
                    <a16:creationId xmlns:a16="http://schemas.microsoft.com/office/drawing/2014/main" id="{014EBBFB-DF8A-475F-A54C-B2531318388F}"/>
                  </a:ext>
                </a:extLst>
              </p:cNvPr>
              <p:cNvCxnSpPr>
                <a:cxnSpLocks/>
              </p:cNvCxnSpPr>
              <p:nvPr/>
            </p:nvCxnSpPr>
            <p:spPr>
              <a:xfrm>
                <a:off x="30855374" y="6834842"/>
                <a:ext cx="0" cy="666965"/>
              </a:xfrm>
              <a:prstGeom prst="line">
                <a:avLst/>
              </a:prstGeom>
              <a:ln w="28575"/>
            </p:spPr>
            <p:style>
              <a:lnRef idx="1">
                <a:schemeClr val="dk1"/>
              </a:lnRef>
              <a:fillRef idx="0">
                <a:schemeClr val="dk1"/>
              </a:fillRef>
              <a:effectRef idx="0">
                <a:schemeClr val="dk1"/>
              </a:effectRef>
              <a:fontRef idx="minor">
                <a:schemeClr val="tx1"/>
              </a:fontRef>
            </p:style>
          </p:cxnSp>
          <p:cxnSp>
            <p:nvCxnSpPr>
              <p:cNvPr id="288" name="Straight Connector 287">
                <a:extLst>
                  <a:ext uri="{FF2B5EF4-FFF2-40B4-BE49-F238E27FC236}">
                    <a16:creationId xmlns:a16="http://schemas.microsoft.com/office/drawing/2014/main" id="{65EF8795-47B7-4AF3-BC9A-040A9EC69B3A}"/>
                  </a:ext>
                </a:extLst>
              </p:cNvPr>
              <p:cNvCxnSpPr>
                <a:cxnSpLocks/>
              </p:cNvCxnSpPr>
              <p:nvPr/>
            </p:nvCxnSpPr>
            <p:spPr>
              <a:xfrm flipH="1">
                <a:off x="27225405" y="7501012"/>
                <a:ext cx="3629970" cy="20494"/>
              </a:xfrm>
              <a:prstGeom prst="line">
                <a:avLst/>
              </a:prstGeom>
              <a:ln w="28575"/>
            </p:spPr>
            <p:style>
              <a:lnRef idx="1">
                <a:schemeClr val="dk1"/>
              </a:lnRef>
              <a:fillRef idx="0">
                <a:schemeClr val="dk1"/>
              </a:fillRef>
              <a:effectRef idx="0">
                <a:schemeClr val="dk1"/>
              </a:effectRef>
              <a:fontRef idx="minor">
                <a:schemeClr val="tx1"/>
              </a:fontRef>
            </p:style>
          </p:cxnSp>
          <p:cxnSp>
            <p:nvCxnSpPr>
              <p:cNvPr id="293" name="Straight Arrow Connector 292">
                <a:extLst>
                  <a:ext uri="{FF2B5EF4-FFF2-40B4-BE49-F238E27FC236}">
                    <a16:creationId xmlns:a16="http://schemas.microsoft.com/office/drawing/2014/main" id="{9560C011-8D5A-430A-A4B5-3F4227CAE98F}"/>
                  </a:ext>
                </a:extLst>
              </p:cNvPr>
              <p:cNvCxnSpPr>
                <a:cxnSpLocks/>
              </p:cNvCxnSpPr>
              <p:nvPr/>
            </p:nvCxnSpPr>
            <p:spPr>
              <a:xfrm flipV="1">
                <a:off x="27225405" y="6601696"/>
                <a:ext cx="0" cy="9095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sp>
          <p:nvSpPr>
            <p:cNvPr id="299" name="TextBox 298">
              <a:extLst>
                <a:ext uri="{FF2B5EF4-FFF2-40B4-BE49-F238E27FC236}">
                  <a16:creationId xmlns:a16="http://schemas.microsoft.com/office/drawing/2014/main" id="{DB390960-716B-44FA-B5AC-1F4F75B5C1C4}"/>
                </a:ext>
              </a:extLst>
            </p:cNvPr>
            <p:cNvSpPr txBox="1"/>
            <p:nvPr/>
          </p:nvSpPr>
          <p:spPr>
            <a:xfrm>
              <a:off x="30419180" y="6984413"/>
              <a:ext cx="690367" cy="369332"/>
            </a:xfrm>
            <a:prstGeom prst="rect">
              <a:avLst/>
            </a:prstGeom>
            <a:noFill/>
          </p:spPr>
          <p:txBody>
            <a:bodyPr wrap="square" rtlCol="0">
              <a:spAutoFit/>
            </a:bodyPr>
            <a:lstStyle/>
            <a:p>
              <a:r>
                <a:rPr lang="en-US" dirty="0"/>
                <a:t>yes</a:t>
              </a:r>
            </a:p>
          </p:txBody>
        </p:sp>
        <p:sp>
          <p:nvSpPr>
            <p:cNvPr id="301" name="TextBox 300">
              <a:extLst>
                <a:ext uri="{FF2B5EF4-FFF2-40B4-BE49-F238E27FC236}">
                  <a16:creationId xmlns:a16="http://schemas.microsoft.com/office/drawing/2014/main" id="{4D217F0B-6CCA-4A97-83D1-D74E4D48351F}"/>
                </a:ext>
              </a:extLst>
            </p:cNvPr>
            <p:cNvSpPr txBox="1"/>
            <p:nvPr/>
          </p:nvSpPr>
          <p:spPr>
            <a:xfrm>
              <a:off x="34307852" y="6213765"/>
              <a:ext cx="690367" cy="369332"/>
            </a:xfrm>
            <a:prstGeom prst="rect">
              <a:avLst/>
            </a:prstGeom>
            <a:noFill/>
          </p:spPr>
          <p:txBody>
            <a:bodyPr wrap="square" rtlCol="0">
              <a:spAutoFit/>
            </a:bodyPr>
            <a:lstStyle/>
            <a:p>
              <a:r>
                <a:rPr lang="en-US" dirty="0"/>
                <a:t>no</a:t>
              </a:r>
            </a:p>
          </p:txBody>
        </p:sp>
        <p:sp>
          <p:nvSpPr>
            <p:cNvPr id="303" name="TextBox 302">
              <a:extLst>
                <a:ext uri="{FF2B5EF4-FFF2-40B4-BE49-F238E27FC236}">
                  <a16:creationId xmlns:a16="http://schemas.microsoft.com/office/drawing/2014/main" id="{09D1AD1A-1D48-4A1E-87B8-E8148A4FE4C9}"/>
                </a:ext>
              </a:extLst>
            </p:cNvPr>
            <p:cNvSpPr txBox="1"/>
            <p:nvPr/>
          </p:nvSpPr>
          <p:spPr>
            <a:xfrm>
              <a:off x="33117338" y="7081207"/>
              <a:ext cx="690367" cy="369332"/>
            </a:xfrm>
            <a:prstGeom prst="rect">
              <a:avLst/>
            </a:prstGeom>
            <a:noFill/>
          </p:spPr>
          <p:txBody>
            <a:bodyPr wrap="square" rtlCol="0">
              <a:spAutoFit/>
            </a:bodyPr>
            <a:lstStyle/>
            <a:p>
              <a:r>
                <a:rPr lang="en-US" dirty="0"/>
                <a:t>yes</a:t>
              </a:r>
            </a:p>
          </p:txBody>
        </p:sp>
        <p:cxnSp>
          <p:nvCxnSpPr>
            <p:cNvPr id="304" name="Straight Connector 303">
              <a:extLst>
                <a:ext uri="{FF2B5EF4-FFF2-40B4-BE49-F238E27FC236}">
                  <a16:creationId xmlns:a16="http://schemas.microsoft.com/office/drawing/2014/main" id="{5672BBF4-3DF4-47C7-8FD2-CE31AFD7D37C}"/>
                </a:ext>
              </a:extLst>
            </p:cNvPr>
            <p:cNvCxnSpPr>
              <a:cxnSpLocks/>
            </p:cNvCxnSpPr>
            <p:nvPr/>
          </p:nvCxnSpPr>
          <p:spPr>
            <a:xfrm flipH="1">
              <a:off x="33556993" y="7142795"/>
              <a:ext cx="7211" cy="1270006"/>
            </a:xfrm>
            <a:prstGeom prst="line">
              <a:avLst/>
            </a:prstGeom>
            <a:ln w="28575"/>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90FFB8F6-AD3A-4B4C-8917-08F15925BFFE}"/>
                </a:ext>
              </a:extLst>
            </p:cNvPr>
            <p:cNvCxnSpPr>
              <a:cxnSpLocks/>
            </p:cNvCxnSpPr>
            <p:nvPr/>
          </p:nvCxnSpPr>
          <p:spPr>
            <a:xfrm flipH="1">
              <a:off x="25845777" y="8412801"/>
              <a:ext cx="7744444" cy="15571"/>
            </a:xfrm>
            <a:prstGeom prst="line">
              <a:avLst/>
            </a:prstGeom>
            <a:ln w="28575"/>
          </p:spPr>
          <p:style>
            <a:lnRef idx="1">
              <a:schemeClr val="dk1"/>
            </a:lnRef>
            <a:fillRef idx="0">
              <a:schemeClr val="dk1"/>
            </a:fillRef>
            <a:effectRef idx="0">
              <a:schemeClr val="dk1"/>
            </a:effectRef>
            <a:fontRef idx="minor">
              <a:schemeClr val="tx1"/>
            </a:fontRef>
          </p:style>
        </p:cxnSp>
        <p:cxnSp>
          <p:nvCxnSpPr>
            <p:cNvPr id="308" name="Straight Arrow Connector 307">
              <a:extLst>
                <a:ext uri="{FF2B5EF4-FFF2-40B4-BE49-F238E27FC236}">
                  <a16:creationId xmlns:a16="http://schemas.microsoft.com/office/drawing/2014/main" id="{FCC6B0A0-244A-46EB-8B18-735F8132742E}"/>
                </a:ext>
              </a:extLst>
            </p:cNvPr>
            <p:cNvCxnSpPr>
              <a:cxnSpLocks/>
            </p:cNvCxnSpPr>
            <p:nvPr/>
          </p:nvCxnSpPr>
          <p:spPr>
            <a:xfrm flipH="1" flipV="1">
              <a:off x="25845775" y="6669433"/>
              <a:ext cx="18714" cy="176504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7" name="Straight Connector 186">
              <a:extLst>
                <a:ext uri="{FF2B5EF4-FFF2-40B4-BE49-F238E27FC236}">
                  <a16:creationId xmlns:a16="http://schemas.microsoft.com/office/drawing/2014/main" id="{7AF2FD8E-813E-4625-B79E-EDE5C5058816}"/>
                </a:ext>
              </a:extLst>
            </p:cNvPr>
            <p:cNvCxnSpPr>
              <a:cxnSpLocks/>
              <a:stCxn id="242" idx="4"/>
            </p:cNvCxnSpPr>
            <p:nvPr/>
          </p:nvCxnSpPr>
          <p:spPr>
            <a:xfrm flipV="1">
              <a:off x="32733611" y="7744480"/>
              <a:ext cx="1512805" cy="27013"/>
            </a:xfrm>
            <a:prstGeom prst="line">
              <a:avLst/>
            </a:prstGeom>
            <a:ln w="28575"/>
          </p:spPr>
          <p:style>
            <a:lnRef idx="1">
              <a:schemeClr val="dk1"/>
            </a:lnRef>
            <a:fillRef idx="0">
              <a:schemeClr val="dk1"/>
            </a:fillRef>
            <a:effectRef idx="0">
              <a:schemeClr val="dk1"/>
            </a:effectRef>
            <a:fontRef idx="minor">
              <a:schemeClr val="tx1"/>
            </a:fontRef>
          </p:style>
        </p:cxnSp>
        <p:cxnSp>
          <p:nvCxnSpPr>
            <p:cNvPr id="190" name="Straight Connector 189">
              <a:extLst>
                <a:ext uri="{FF2B5EF4-FFF2-40B4-BE49-F238E27FC236}">
                  <a16:creationId xmlns:a16="http://schemas.microsoft.com/office/drawing/2014/main" id="{72785069-EB1A-4BB7-BB77-4A9C174B7EE7}"/>
                </a:ext>
              </a:extLst>
            </p:cNvPr>
            <p:cNvCxnSpPr>
              <a:cxnSpLocks/>
            </p:cNvCxnSpPr>
            <p:nvPr/>
          </p:nvCxnSpPr>
          <p:spPr>
            <a:xfrm>
              <a:off x="34236847" y="6999590"/>
              <a:ext cx="2902" cy="748400"/>
            </a:xfrm>
            <a:prstGeom prst="line">
              <a:avLst/>
            </a:prstGeom>
            <a:ln w="28575"/>
          </p:spPr>
          <p:style>
            <a:lnRef idx="1">
              <a:schemeClr val="dk1"/>
            </a:lnRef>
            <a:fillRef idx="0">
              <a:schemeClr val="dk1"/>
            </a:fillRef>
            <a:effectRef idx="0">
              <a:schemeClr val="dk1"/>
            </a:effectRef>
            <a:fontRef idx="minor">
              <a:schemeClr val="tx1"/>
            </a:fontRef>
          </p:style>
        </p:cxnSp>
        <p:cxnSp>
          <p:nvCxnSpPr>
            <p:cNvPr id="192" name="Straight Arrow Connector 191">
              <a:extLst>
                <a:ext uri="{FF2B5EF4-FFF2-40B4-BE49-F238E27FC236}">
                  <a16:creationId xmlns:a16="http://schemas.microsoft.com/office/drawing/2014/main" id="{FE1F9AA0-EB9A-4E40-80B3-56DE9162A1DE}"/>
                </a:ext>
              </a:extLst>
            </p:cNvPr>
            <p:cNvCxnSpPr>
              <a:cxnSpLocks/>
            </p:cNvCxnSpPr>
            <p:nvPr/>
          </p:nvCxnSpPr>
          <p:spPr>
            <a:xfrm>
              <a:off x="34219607" y="7018552"/>
              <a:ext cx="48501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grpSp>
      <p:pic>
        <p:nvPicPr>
          <p:cNvPr id="54" name="Picture 53">
            <a:extLst>
              <a:ext uri="{FF2B5EF4-FFF2-40B4-BE49-F238E27FC236}">
                <a16:creationId xmlns:a16="http://schemas.microsoft.com/office/drawing/2014/main" id="{5C10F9B8-AAC8-49D3-AE20-F7E32F33F59F}"/>
              </a:ext>
            </a:extLst>
          </p:cNvPr>
          <p:cNvPicPr>
            <a:picLocks noChangeAspect="1"/>
          </p:cNvPicPr>
          <p:nvPr/>
        </p:nvPicPr>
        <p:blipFill>
          <a:blip r:embed="rId5"/>
          <a:stretch>
            <a:fillRect/>
          </a:stretch>
        </p:blipFill>
        <p:spPr>
          <a:xfrm>
            <a:off x="653842" y="21712579"/>
            <a:ext cx="3962763" cy="4070252"/>
          </a:xfrm>
          <a:prstGeom prst="rect">
            <a:avLst/>
          </a:prstGeom>
        </p:spPr>
      </p:pic>
      <p:grpSp>
        <p:nvGrpSpPr>
          <p:cNvPr id="64" name="Group 63">
            <a:extLst>
              <a:ext uri="{FF2B5EF4-FFF2-40B4-BE49-F238E27FC236}">
                <a16:creationId xmlns:a16="http://schemas.microsoft.com/office/drawing/2014/main" id="{0FF3FB32-A622-4993-92AE-6543DCB93599}"/>
              </a:ext>
            </a:extLst>
          </p:cNvPr>
          <p:cNvGrpSpPr/>
          <p:nvPr/>
        </p:nvGrpSpPr>
        <p:grpSpPr>
          <a:xfrm>
            <a:off x="4980918" y="22812012"/>
            <a:ext cx="4187903" cy="2971398"/>
            <a:chOff x="4969825" y="22465662"/>
            <a:chExt cx="4187903" cy="2971398"/>
          </a:xfrm>
        </p:grpSpPr>
        <p:pic>
          <p:nvPicPr>
            <p:cNvPr id="56" name="Picture 55">
              <a:extLst>
                <a:ext uri="{FF2B5EF4-FFF2-40B4-BE49-F238E27FC236}">
                  <a16:creationId xmlns:a16="http://schemas.microsoft.com/office/drawing/2014/main" id="{2930D579-3FF6-469B-83E8-15D1111A6D0F}"/>
                </a:ext>
              </a:extLst>
            </p:cNvPr>
            <p:cNvPicPr>
              <a:picLocks noChangeAspect="1"/>
            </p:cNvPicPr>
            <p:nvPr/>
          </p:nvPicPr>
          <p:blipFill>
            <a:blip r:embed="rId6"/>
            <a:stretch>
              <a:fillRect/>
            </a:stretch>
          </p:blipFill>
          <p:spPr>
            <a:xfrm>
              <a:off x="4980046" y="22465662"/>
              <a:ext cx="4177682" cy="1368180"/>
            </a:xfrm>
            <a:prstGeom prst="rect">
              <a:avLst/>
            </a:prstGeom>
          </p:spPr>
        </p:pic>
        <p:pic>
          <p:nvPicPr>
            <p:cNvPr id="58" name="Picture 57">
              <a:extLst>
                <a:ext uri="{FF2B5EF4-FFF2-40B4-BE49-F238E27FC236}">
                  <a16:creationId xmlns:a16="http://schemas.microsoft.com/office/drawing/2014/main" id="{641F7548-B431-4D08-8BDD-0B97EAA35ADB}"/>
                </a:ext>
              </a:extLst>
            </p:cNvPr>
            <p:cNvPicPr>
              <a:picLocks noChangeAspect="1"/>
            </p:cNvPicPr>
            <p:nvPr/>
          </p:nvPicPr>
          <p:blipFill>
            <a:blip r:embed="rId7"/>
            <a:stretch>
              <a:fillRect/>
            </a:stretch>
          </p:blipFill>
          <p:spPr>
            <a:xfrm>
              <a:off x="4969825" y="23833843"/>
              <a:ext cx="2465226" cy="1488337"/>
            </a:xfrm>
            <a:prstGeom prst="rect">
              <a:avLst/>
            </a:prstGeom>
          </p:spPr>
        </p:pic>
        <p:pic>
          <p:nvPicPr>
            <p:cNvPr id="60" name="Picture 59">
              <a:extLst>
                <a:ext uri="{FF2B5EF4-FFF2-40B4-BE49-F238E27FC236}">
                  <a16:creationId xmlns:a16="http://schemas.microsoft.com/office/drawing/2014/main" id="{0D44E368-B2F1-403F-A090-07251D8E3766}"/>
                </a:ext>
              </a:extLst>
            </p:cNvPr>
            <p:cNvPicPr>
              <a:picLocks noChangeAspect="1"/>
            </p:cNvPicPr>
            <p:nvPr/>
          </p:nvPicPr>
          <p:blipFill rotWithShape="1">
            <a:blip r:embed="rId8"/>
            <a:srcRect t="-1" b="46162"/>
            <a:stretch/>
          </p:blipFill>
          <p:spPr>
            <a:xfrm>
              <a:off x="7424150" y="23815553"/>
              <a:ext cx="1725683" cy="1350025"/>
            </a:xfrm>
            <a:prstGeom prst="rect">
              <a:avLst/>
            </a:prstGeom>
          </p:spPr>
        </p:pic>
        <p:pic>
          <p:nvPicPr>
            <p:cNvPr id="62" name="Picture 61">
              <a:extLst>
                <a:ext uri="{FF2B5EF4-FFF2-40B4-BE49-F238E27FC236}">
                  <a16:creationId xmlns:a16="http://schemas.microsoft.com/office/drawing/2014/main" id="{4517DD93-E1F2-4F8C-9D04-15CA42E82410}"/>
                </a:ext>
              </a:extLst>
            </p:cNvPr>
            <p:cNvPicPr>
              <a:picLocks noChangeAspect="1"/>
            </p:cNvPicPr>
            <p:nvPr/>
          </p:nvPicPr>
          <p:blipFill rotWithShape="1">
            <a:blip r:embed="rId9"/>
            <a:srcRect l="15750" t="8518" r="14449" b="45914"/>
            <a:stretch/>
          </p:blipFill>
          <p:spPr>
            <a:xfrm>
              <a:off x="4969825" y="25165578"/>
              <a:ext cx="4132034" cy="271482"/>
            </a:xfrm>
            <a:prstGeom prst="rect">
              <a:avLst/>
            </a:prstGeom>
          </p:spPr>
        </p:pic>
      </p:grpSp>
      <p:pic>
        <p:nvPicPr>
          <p:cNvPr id="66" name="Picture 65">
            <a:extLst>
              <a:ext uri="{FF2B5EF4-FFF2-40B4-BE49-F238E27FC236}">
                <a16:creationId xmlns:a16="http://schemas.microsoft.com/office/drawing/2014/main" id="{D1E65FC7-565F-435C-ABD1-D6D303EA606B}"/>
              </a:ext>
            </a:extLst>
          </p:cNvPr>
          <p:cNvPicPr>
            <a:picLocks noChangeAspect="1"/>
          </p:cNvPicPr>
          <p:nvPr/>
        </p:nvPicPr>
        <p:blipFill>
          <a:blip r:embed="rId10"/>
          <a:stretch>
            <a:fillRect/>
          </a:stretch>
        </p:blipFill>
        <p:spPr>
          <a:xfrm>
            <a:off x="4991141" y="22393912"/>
            <a:ext cx="4252784" cy="418099"/>
          </a:xfrm>
          <a:prstGeom prst="rect">
            <a:avLst/>
          </a:prstGeom>
        </p:spPr>
      </p:pic>
      <p:pic>
        <p:nvPicPr>
          <p:cNvPr id="68" name="Picture 67">
            <a:extLst>
              <a:ext uri="{FF2B5EF4-FFF2-40B4-BE49-F238E27FC236}">
                <a16:creationId xmlns:a16="http://schemas.microsoft.com/office/drawing/2014/main" id="{0B280629-2D4A-4D04-BE39-BA39FB43ED24}"/>
              </a:ext>
            </a:extLst>
          </p:cNvPr>
          <p:cNvPicPr>
            <a:picLocks noChangeAspect="1"/>
          </p:cNvPicPr>
          <p:nvPr/>
        </p:nvPicPr>
        <p:blipFill rotWithShape="1">
          <a:blip r:embed="rId11"/>
          <a:srcRect l="18313" b="13053"/>
          <a:stretch/>
        </p:blipFill>
        <p:spPr>
          <a:xfrm>
            <a:off x="9464159" y="22038841"/>
            <a:ext cx="3621518" cy="1703695"/>
          </a:xfrm>
          <a:prstGeom prst="rect">
            <a:avLst/>
          </a:prstGeom>
        </p:spPr>
      </p:pic>
      <p:grpSp>
        <p:nvGrpSpPr>
          <p:cNvPr id="76" name="Group 75">
            <a:extLst>
              <a:ext uri="{FF2B5EF4-FFF2-40B4-BE49-F238E27FC236}">
                <a16:creationId xmlns:a16="http://schemas.microsoft.com/office/drawing/2014/main" id="{C21114E4-0A6A-4B7E-A16C-3CFA6CF5D9F3}"/>
              </a:ext>
            </a:extLst>
          </p:cNvPr>
          <p:cNvGrpSpPr/>
          <p:nvPr/>
        </p:nvGrpSpPr>
        <p:grpSpPr>
          <a:xfrm>
            <a:off x="13382070" y="22844144"/>
            <a:ext cx="2632241" cy="2998115"/>
            <a:chOff x="13382070" y="22844144"/>
            <a:chExt cx="2632241" cy="2998115"/>
          </a:xfrm>
        </p:grpSpPr>
        <p:pic>
          <p:nvPicPr>
            <p:cNvPr id="72" name="Picture 71">
              <a:extLst>
                <a:ext uri="{FF2B5EF4-FFF2-40B4-BE49-F238E27FC236}">
                  <a16:creationId xmlns:a16="http://schemas.microsoft.com/office/drawing/2014/main" id="{DAC5631D-2E6C-46A1-9CA5-03AF008A17D5}"/>
                </a:ext>
              </a:extLst>
            </p:cNvPr>
            <p:cNvPicPr>
              <a:picLocks noChangeAspect="1"/>
            </p:cNvPicPr>
            <p:nvPr/>
          </p:nvPicPr>
          <p:blipFill rotWithShape="1">
            <a:blip r:embed="rId12"/>
            <a:srcRect l="6855" r="864"/>
            <a:stretch/>
          </p:blipFill>
          <p:spPr>
            <a:xfrm>
              <a:off x="13382070" y="22844144"/>
              <a:ext cx="2632241" cy="2138717"/>
            </a:xfrm>
            <a:prstGeom prst="rect">
              <a:avLst/>
            </a:prstGeom>
          </p:spPr>
        </p:pic>
        <p:pic>
          <p:nvPicPr>
            <p:cNvPr id="74" name="Picture 73">
              <a:extLst>
                <a:ext uri="{FF2B5EF4-FFF2-40B4-BE49-F238E27FC236}">
                  <a16:creationId xmlns:a16="http://schemas.microsoft.com/office/drawing/2014/main" id="{BFB6BD06-8F94-43AE-A1E3-7514AA7B7250}"/>
                </a:ext>
              </a:extLst>
            </p:cNvPr>
            <p:cNvPicPr>
              <a:picLocks noChangeAspect="1"/>
            </p:cNvPicPr>
            <p:nvPr/>
          </p:nvPicPr>
          <p:blipFill rotWithShape="1">
            <a:blip r:embed="rId13"/>
            <a:srcRect t="1012" b="56694"/>
            <a:stretch/>
          </p:blipFill>
          <p:spPr>
            <a:xfrm>
              <a:off x="13382070" y="24982861"/>
              <a:ext cx="2632241" cy="859398"/>
            </a:xfrm>
            <a:prstGeom prst="rect">
              <a:avLst/>
            </a:prstGeom>
          </p:spPr>
        </p:pic>
      </p:grpSp>
      <p:pic>
        <p:nvPicPr>
          <p:cNvPr id="78" name="Picture 77">
            <a:extLst>
              <a:ext uri="{FF2B5EF4-FFF2-40B4-BE49-F238E27FC236}">
                <a16:creationId xmlns:a16="http://schemas.microsoft.com/office/drawing/2014/main" id="{3848C85C-56A2-4EEA-8E16-B01CC533C151}"/>
              </a:ext>
            </a:extLst>
          </p:cNvPr>
          <p:cNvPicPr>
            <a:picLocks noChangeAspect="1"/>
          </p:cNvPicPr>
          <p:nvPr/>
        </p:nvPicPr>
        <p:blipFill rotWithShape="1">
          <a:blip r:embed="rId14"/>
          <a:srcRect l="19654" t="-1" b="15598"/>
          <a:stretch/>
        </p:blipFill>
        <p:spPr>
          <a:xfrm>
            <a:off x="9466712" y="24127478"/>
            <a:ext cx="3616413" cy="1703695"/>
          </a:xfrm>
          <a:prstGeom prst="rect">
            <a:avLst/>
          </a:prstGeom>
        </p:spPr>
      </p:pic>
      <p:sp>
        <p:nvSpPr>
          <p:cNvPr id="146" name="TextBox 145">
            <a:extLst>
              <a:ext uri="{FF2B5EF4-FFF2-40B4-BE49-F238E27FC236}">
                <a16:creationId xmlns:a16="http://schemas.microsoft.com/office/drawing/2014/main" id="{183B509A-38B1-E440-8033-10602736248C}"/>
              </a:ext>
            </a:extLst>
          </p:cNvPr>
          <p:cNvSpPr txBox="1"/>
          <p:nvPr/>
        </p:nvSpPr>
        <p:spPr>
          <a:xfrm>
            <a:off x="18105666" y="20099347"/>
            <a:ext cx="1351717" cy="523220"/>
          </a:xfrm>
          <a:prstGeom prst="rect">
            <a:avLst/>
          </a:prstGeom>
          <a:noFill/>
        </p:spPr>
        <p:txBody>
          <a:bodyPr wrap="none" rtlCol="0">
            <a:spAutoFit/>
          </a:bodyPr>
          <a:lstStyle/>
          <a:p>
            <a:r>
              <a:rPr lang="en-US" sz="2800" dirty="0"/>
              <a:t>Figure 4</a:t>
            </a:r>
          </a:p>
        </p:txBody>
      </p:sp>
    </p:spTree>
    <p:extLst>
      <p:ext uri="{BB962C8B-B14F-4D97-AF65-F5344CB8AC3E}">
        <p14:creationId xmlns:p14="http://schemas.microsoft.com/office/powerpoint/2010/main" val="10985722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2B2D03E1DA8EA4281BC049817469BB7" ma:contentTypeVersion="9" ma:contentTypeDescription="Create a new document." ma:contentTypeScope="" ma:versionID="02aa7aeee131d5ae883c2d6a327bf8e8">
  <xsd:schema xmlns:xsd="http://www.w3.org/2001/XMLSchema" xmlns:xs="http://www.w3.org/2001/XMLSchema" xmlns:p="http://schemas.microsoft.com/office/2006/metadata/properties" xmlns:ns2="5db9e785-3303-4585-b64c-57f8de286cb8" targetNamespace="http://schemas.microsoft.com/office/2006/metadata/properties" ma:root="true" ma:fieldsID="814aa30328df12bfab82b028050c44b3" ns2:_="">
    <xsd:import namespace="5db9e785-3303-4585-b64c-57f8de286cb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b9e785-3303-4585-b64c-57f8de286c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F7D0238-BFEE-4A13-8F14-9EE2AFED564A}">
  <ds:schemaRefs>
    <ds:schemaRef ds:uri="5db9e785-3303-4585-b64c-57f8de286cb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9E31286-5EFD-48FC-A113-4FFADCF0066D}">
  <ds:schemaRefs>
    <ds:schemaRef ds:uri="5db9e785-3303-4585-b64c-57f8de286cb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00E4B12-7FA3-4496-9CCB-1442A4A510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2992</TotalTime>
  <Words>1583</Words>
  <Application>Microsoft Macintosh PowerPoint</Application>
  <PresentationFormat>Custom</PresentationFormat>
  <Paragraphs>203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Nathan Smooha</cp:lastModifiedBy>
  <cp:revision>774</cp:revision>
  <dcterms:created xsi:type="dcterms:W3CDTF">2020-11-07T18:51:44Z</dcterms:created>
  <dcterms:modified xsi:type="dcterms:W3CDTF">2020-11-17T15:12:49Z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0x01010042B2D03E1DA8EA4281BC049817469BB7</vt:lpwstr>
  </property>
</Properties>
</file>